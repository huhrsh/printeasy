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33.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A0EB7C61-A6F7-4BC2-AB44-1648E9BCFE2C}"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E7"/>
          </a:solidFill>
        </a:fill>
      </a:tcStyle>
    </a:wholeTbl>
    <a:band1H>
      <a:tcTxStyle/>
      <a:tcStyle>
        <a:tcBdr/>
        <a:fill>
          <a:solidFill>
            <a:srgbClr val="CFDECC"/>
          </a:solidFill>
        </a:fill>
      </a:tcStyle>
    </a:band1H>
    <a:band2H>
      <a:tcTxStyle/>
      <a:tcStyle>
        <a:tcBdr/>
      </a:tcStyle>
    </a:band2H>
    <a:band1V>
      <a:tcTxStyle/>
      <a:tcStyle>
        <a:tcBdr/>
        <a:fill>
          <a:solidFill>
            <a:srgbClr val="CFDECC"/>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tcStyle>
        <a:tcBdr/>
      </a:tcStyle>
    </a:neCell>
    <a:nwCell>
      <a:tcTxStyle/>
      <a:tcStyle>
        <a:tcBdr/>
      </a:tcStyle>
    </a:nwCell>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44"/>
        <p:cNvGrpSpPr/>
        <p:nvPr/>
      </p:nvGrpSpPr>
      <p:grpSpPr>
        <a:xfrm>
          <a:off x="0" y="0"/>
          <a:ext cx="0" cy="0"/>
          <a:chOff x="0" y="0"/>
          <a:chExt cx="0" cy="0"/>
        </a:xfrm>
      </p:grpSpPr>
      <p:sp>
        <p:nvSpPr>
          <p:cNvPr id="10245" name="Google Shape;102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246" name="Google Shape;102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247" name="Google Shape;102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8" name="Google Shape;102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249" name="Google Shape;102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250" name="Google Shape;102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0"/>
        <p:cNvGrpSpPr/>
        <p:nvPr/>
      </p:nvGrpSpPr>
      <p:grpSpPr>
        <a:xfrm>
          <a:off x="0" y="0"/>
          <a:ext cx="0" cy="0"/>
          <a:chOff x="0" y="0"/>
          <a:chExt cx="0" cy="0"/>
        </a:xfrm>
      </p:grpSpPr>
      <p:sp>
        <p:nvSpPr>
          <p:cNvPr id="10351" name="Google Shape;1035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52" name="Google Shape;1035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2"/>
        <p:cNvGrpSpPr/>
        <p:nvPr/>
      </p:nvGrpSpPr>
      <p:grpSpPr>
        <a:xfrm>
          <a:off x="0" y="0"/>
          <a:ext cx="0" cy="0"/>
          <a:chOff x="0" y="0"/>
          <a:chExt cx="0" cy="0"/>
        </a:xfrm>
      </p:grpSpPr>
      <p:sp>
        <p:nvSpPr>
          <p:cNvPr id="10363" name="Google Shape;10363;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64" name="Google Shape;1036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3"/>
        <p:cNvGrpSpPr/>
        <p:nvPr/>
      </p:nvGrpSpPr>
      <p:grpSpPr>
        <a:xfrm>
          <a:off x="0" y="0"/>
          <a:ext cx="0" cy="0"/>
          <a:chOff x="0" y="0"/>
          <a:chExt cx="0" cy="0"/>
        </a:xfrm>
      </p:grpSpPr>
      <p:sp>
        <p:nvSpPr>
          <p:cNvPr id="10374" name="Google Shape;10374;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75" name="Google Shape;103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5"/>
        <p:cNvGrpSpPr/>
        <p:nvPr/>
      </p:nvGrpSpPr>
      <p:grpSpPr>
        <a:xfrm>
          <a:off x="0" y="0"/>
          <a:ext cx="0" cy="0"/>
          <a:chOff x="0" y="0"/>
          <a:chExt cx="0" cy="0"/>
        </a:xfrm>
      </p:grpSpPr>
      <p:sp>
        <p:nvSpPr>
          <p:cNvPr id="10386" name="Google Shape;10386;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7" name="Google Shape;1038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2"/>
        <p:cNvGrpSpPr/>
        <p:nvPr/>
      </p:nvGrpSpPr>
      <p:grpSpPr>
        <a:xfrm>
          <a:off x="0" y="0"/>
          <a:ext cx="0" cy="0"/>
          <a:chOff x="0" y="0"/>
          <a:chExt cx="0" cy="0"/>
        </a:xfrm>
      </p:grpSpPr>
      <p:sp>
        <p:nvSpPr>
          <p:cNvPr id="10473" name="Google Shape;10473;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4" name="Google Shape;104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0"/>
        <p:cNvGrpSpPr/>
        <p:nvPr/>
      </p:nvGrpSpPr>
      <p:grpSpPr>
        <a:xfrm>
          <a:off x="0" y="0"/>
          <a:ext cx="0" cy="0"/>
          <a:chOff x="0" y="0"/>
          <a:chExt cx="0" cy="0"/>
        </a:xfrm>
      </p:grpSpPr>
      <p:sp>
        <p:nvSpPr>
          <p:cNvPr id="10481" name="Google Shape;10481;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2" name="Google Shape;1048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6"/>
        <p:cNvGrpSpPr/>
        <p:nvPr/>
      </p:nvGrpSpPr>
      <p:grpSpPr>
        <a:xfrm>
          <a:off x="0" y="0"/>
          <a:ext cx="0" cy="0"/>
          <a:chOff x="0" y="0"/>
          <a:chExt cx="0" cy="0"/>
        </a:xfrm>
      </p:grpSpPr>
      <p:sp>
        <p:nvSpPr>
          <p:cNvPr id="10487" name="Google Shape;10487;p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8" name="Google Shape;104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3"/>
        <p:cNvGrpSpPr/>
        <p:nvPr/>
      </p:nvGrpSpPr>
      <p:grpSpPr>
        <a:xfrm>
          <a:off x="0" y="0"/>
          <a:ext cx="0" cy="0"/>
          <a:chOff x="0" y="0"/>
          <a:chExt cx="0" cy="0"/>
        </a:xfrm>
      </p:grpSpPr>
      <p:sp>
        <p:nvSpPr>
          <p:cNvPr id="10494" name="Google Shape;10494;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95" name="Google Shape;1049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9"/>
        <p:cNvGrpSpPr/>
        <p:nvPr/>
      </p:nvGrpSpPr>
      <p:grpSpPr>
        <a:xfrm>
          <a:off x="0" y="0"/>
          <a:ext cx="0" cy="0"/>
          <a:chOff x="0" y="0"/>
          <a:chExt cx="0" cy="0"/>
        </a:xfrm>
      </p:grpSpPr>
      <p:sp>
        <p:nvSpPr>
          <p:cNvPr id="10500" name="Google Shape;10500;p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01" name="Google Shape;1050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7"/>
        <p:cNvGrpSpPr/>
        <p:nvPr/>
      </p:nvGrpSpPr>
      <p:grpSpPr>
        <a:xfrm>
          <a:off x="0" y="0"/>
          <a:ext cx="0" cy="0"/>
          <a:chOff x="0" y="0"/>
          <a:chExt cx="0" cy="0"/>
        </a:xfrm>
      </p:grpSpPr>
      <p:sp>
        <p:nvSpPr>
          <p:cNvPr id="10508" name="Google Shape;10508;p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09" name="Google Shape;1050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4"/>
        <p:cNvGrpSpPr/>
        <p:nvPr/>
      </p:nvGrpSpPr>
      <p:grpSpPr>
        <a:xfrm>
          <a:off x="0" y="0"/>
          <a:ext cx="0" cy="0"/>
          <a:chOff x="0" y="0"/>
          <a:chExt cx="0" cy="0"/>
        </a:xfrm>
      </p:grpSpPr>
      <p:sp>
        <p:nvSpPr>
          <p:cNvPr id="10515" name="Google Shape;10515;p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16" name="Google Shape;1051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1"/>
        <p:cNvGrpSpPr/>
        <p:nvPr/>
      </p:nvGrpSpPr>
      <p:grpSpPr>
        <a:xfrm>
          <a:off x="0" y="0"/>
          <a:ext cx="0" cy="0"/>
          <a:chOff x="0" y="0"/>
          <a:chExt cx="0" cy="0"/>
        </a:xfrm>
      </p:grpSpPr>
      <p:sp>
        <p:nvSpPr>
          <p:cNvPr id="10522" name="Google Shape;10522;p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23" name="Google Shape;1052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8"/>
        <p:cNvGrpSpPr/>
        <p:nvPr/>
      </p:nvGrpSpPr>
      <p:grpSpPr>
        <a:xfrm>
          <a:off x="0" y="0"/>
          <a:ext cx="0" cy="0"/>
          <a:chOff x="0" y="0"/>
          <a:chExt cx="0" cy="0"/>
        </a:xfrm>
      </p:grpSpPr>
      <p:sp>
        <p:nvSpPr>
          <p:cNvPr id="10529" name="Google Shape;10529;p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0" name="Google Shape;1053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5"/>
        <p:cNvGrpSpPr/>
        <p:nvPr/>
      </p:nvGrpSpPr>
      <p:grpSpPr>
        <a:xfrm>
          <a:off x="0" y="0"/>
          <a:ext cx="0" cy="0"/>
          <a:chOff x="0" y="0"/>
          <a:chExt cx="0" cy="0"/>
        </a:xfrm>
      </p:grpSpPr>
      <p:sp>
        <p:nvSpPr>
          <p:cNvPr id="10536" name="Google Shape;10536;p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7" name="Google Shape;1053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1"/>
        <p:cNvGrpSpPr/>
        <p:nvPr/>
      </p:nvGrpSpPr>
      <p:grpSpPr>
        <a:xfrm>
          <a:off x="0" y="0"/>
          <a:ext cx="0" cy="0"/>
          <a:chOff x="0" y="0"/>
          <a:chExt cx="0" cy="0"/>
        </a:xfrm>
      </p:grpSpPr>
      <p:sp>
        <p:nvSpPr>
          <p:cNvPr id="10542" name="Google Shape;10542;p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43" name="Google Shape;1054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8"/>
        <p:cNvGrpSpPr/>
        <p:nvPr/>
      </p:nvGrpSpPr>
      <p:grpSpPr>
        <a:xfrm>
          <a:off x="0" y="0"/>
          <a:ext cx="0" cy="0"/>
          <a:chOff x="0" y="0"/>
          <a:chExt cx="0" cy="0"/>
        </a:xfrm>
      </p:grpSpPr>
      <p:sp>
        <p:nvSpPr>
          <p:cNvPr id="10549" name="Google Shape;1054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0" name="Google Shape;10550;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51" name="Google Shape;10551;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6"/>
        <p:cNvGrpSpPr/>
        <p:nvPr/>
      </p:nvGrpSpPr>
      <p:grpSpPr>
        <a:xfrm>
          <a:off x="0" y="0"/>
          <a:ext cx="0" cy="0"/>
          <a:chOff x="0" y="0"/>
          <a:chExt cx="0" cy="0"/>
        </a:xfrm>
      </p:grpSpPr>
      <p:sp>
        <p:nvSpPr>
          <p:cNvPr id="10557" name="Google Shape;10557;p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58" name="Google Shape;1055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3"/>
        <p:cNvGrpSpPr/>
        <p:nvPr/>
      </p:nvGrpSpPr>
      <p:grpSpPr>
        <a:xfrm>
          <a:off x="0" y="0"/>
          <a:ext cx="0" cy="0"/>
          <a:chOff x="0" y="0"/>
          <a:chExt cx="0" cy="0"/>
        </a:xfrm>
      </p:grpSpPr>
      <p:sp>
        <p:nvSpPr>
          <p:cNvPr id="10564" name="Google Shape;1056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5" name="Google Shape;1056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66" name="Google Shape;1056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1"/>
        <p:cNvGrpSpPr/>
        <p:nvPr/>
      </p:nvGrpSpPr>
      <p:grpSpPr>
        <a:xfrm>
          <a:off x="0" y="0"/>
          <a:ext cx="0" cy="0"/>
          <a:chOff x="0" y="0"/>
          <a:chExt cx="0" cy="0"/>
        </a:xfrm>
      </p:grpSpPr>
      <p:sp>
        <p:nvSpPr>
          <p:cNvPr id="10572" name="Google Shape;10572;p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73" name="Google Shape;105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8"/>
        <p:cNvGrpSpPr/>
        <p:nvPr/>
      </p:nvGrpSpPr>
      <p:grpSpPr>
        <a:xfrm>
          <a:off x="0" y="0"/>
          <a:ext cx="0" cy="0"/>
          <a:chOff x="0" y="0"/>
          <a:chExt cx="0" cy="0"/>
        </a:xfrm>
      </p:grpSpPr>
      <p:sp>
        <p:nvSpPr>
          <p:cNvPr id="10579" name="Google Shape;10579;p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0" name="Google Shape;1058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5"/>
        <p:cNvGrpSpPr/>
        <p:nvPr/>
      </p:nvGrpSpPr>
      <p:grpSpPr>
        <a:xfrm>
          <a:off x="0" y="0"/>
          <a:ext cx="0" cy="0"/>
          <a:chOff x="0" y="0"/>
          <a:chExt cx="0" cy="0"/>
        </a:xfrm>
      </p:grpSpPr>
      <p:sp>
        <p:nvSpPr>
          <p:cNvPr id="10586" name="Google Shape;10586;p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7" name="Google Shape;1058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2"/>
        <p:cNvGrpSpPr/>
        <p:nvPr/>
      </p:nvGrpSpPr>
      <p:grpSpPr>
        <a:xfrm>
          <a:off x="0" y="0"/>
          <a:ext cx="0" cy="0"/>
          <a:chOff x="0" y="0"/>
          <a:chExt cx="0" cy="0"/>
        </a:xfrm>
      </p:grpSpPr>
      <p:sp>
        <p:nvSpPr>
          <p:cNvPr id="10593" name="Google Shape;10593;p3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94" name="Google Shape;1059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9"/>
        <p:cNvGrpSpPr/>
        <p:nvPr/>
      </p:nvGrpSpPr>
      <p:grpSpPr>
        <a:xfrm>
          <a:off x="0" y="0"/>
          <a:ext cx="0" cy="0"/>
          <a:chOff x="0" y="0"/>
          <a:chExt cx="0" cy="0"/>
        </a:xfrm>
      </p:grpSpPr>
      <p:sp>
        <p:nvSpPr>
          <p:cNvPr id="10600" name="Google Shape;10600;p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01" name="Google Shape;1060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7"/>
        <p:cNvGrpSpPr/>
        <p:nvPr/>
      </p:nvGrpSpPr>
      <p:grpSpPr>
        <a:xfrm>
          <a:off x="0" y="0"/>
          <a:ext cx="0" cy="0"/>
          <a:chOff x="0" y="0"/>
          <a:chExt cx="0" cy="0"/>
        </a:xfrm>
      </p:grpSpPr>
      <p:sp>
        <p:nvSpPr>
          <p:cNvPr id="10608" name="Google Shape;10608;p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09" name="Google Shape;1060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4"/>
        <p:cNvGrpSpPr/>
        <p:nvPr/>
      </p:nvGrpSpPr>
      <p:grpSpPr>
        <a:xfrm>
          <a:off x="0" y="0"/>
          <a:ext cx="0" cy="0"/>
          <a:chOff x="0" y="0"/>
          <a:chExt cx="0" cy="0"/>
        </a:xfrm>
      </p:grpSpPr>
      <p:sp>
        <p:nvSpPr>
          <p:cNvPr id="10615" name="Google Shape;10615;p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16" name="Google Shape;1061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2"/>
        <p:cNvGrpSpPr/>
        <p:nvPr/>
      </p:nvGrpSpPr>
      <p:grpSpPr>
        <a:xfrm>
          <a:off x="0" y="0"/>
          <a:ext cx="0" cy="0"/>
          <a:chOff x="0" y="0"/>
          <a:chExt cx="0" cy="0"/>
        </a:xfrm>
      </p:grpSpPr>
      <p:sp>
        <p:nvSpPr>
          <p:cNvPr id="10623" name="Google Shape;10623;p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24" name="Google Shape;1062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9"/>
        <p:cNvGrpSpPr/>
        <p:nvPr/>
      </p:nvGrpSpPr>
      <p:grpSpPr>
        <a:xfrm>
          <a:off x="0" y="0"/>
          <a:ext cx="0" cy="0"/>
          <a:chOff x="0" y="0"/>
          <a:chExt cx="0" cy="0"/>
        </a:xfrm>
      </p:grpSpPr>
      <p:sp>
        <p:nvSpPr>
          <p:cNvPr id="10630" name="Google Shape;10630;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31" name="Google Shape;1063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5"/>
        <p:cNvGrpSpPr/>
        <p:nvPr/>
      </p:nvGrpSpPr>
      <p:grpSpPr>
        <a:xfrm>
          <a:off x="0" y="0"/>
          <a:ext cx="0" cy="0"/>
          <a:chOff x="0" y="0"/>
          <a:chExt cx="0" cy="0"/>
        </a:xfrm>
      </p:grpSpPr>
      <p:sp>
        <p:nvSpPr>
          <p:cNvPr id="10636" name="Google Shape;1063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7" name="Google Shape;10637;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38" name="Google Shape;10638;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3"/>
        <p:cNvGrpSpPr/>
        <p:nvPr/>
      </p:nvGrpSpPr>
      <p:grpSpPr>
        <a:xfrm>
          <a:off x="0" y="0"/>
          <a:ext cx="0" cy="0"/>
          <a:chOff x="0" y="0"/>
          <a:chExt cx="0" cy="0"/>
        </a:xfrm>
      </p:grpSpPr>
      <p:sp>
        <p:nvSpPr>
          <p:cNvPr id="10644" name="Google Shape;10644;p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45" name="Google Shape;1064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0"/>
        <p:cNvGrpSpPr/>
        <p:nvPr/>
      </p:nvGrpSpPr>
      <p:grpSpPr>
        <a:xfrm>
          <a:off x="0" y="0"/>
          <a:ext cx="0" cy="0"/>
          <a:chOff x="0" y="0"/>
          <a:chExt cx="0" cy="0"/>
        </a:xfrm>
      </p:grpSpPr>
      <p:sp>
        <p:nvSpPr>
          <p:cNvPr id="10651" name="Google Shape;10651;p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2" name="Google Shape;1065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7"/>
        <p:cNvGrpSpPr/>
        <p:nvPr/>
      </p:nvGrpSpPr>
      <p:grpSpPr>
        <a:xfrm>
          <a:off x="0" y="0"/>
          <a:ext cx="0" cy="0"/>
          <a:chOff x="0" y="0"/>
          <a:chExt cx="0" cy="0"/>
        </a:xfrm>
      </p:grpSpPr>
      <p:sp>
        <p:nvSpPr>
          <p:cNvPr id="10658" name="Google Shape;10658;p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9" name="Google Shape;1065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5"/>
        <p:cNvGrpSpPr/>
        <p:nvPr/>
      </p:nvGrpSpPr>
      <p:grpSpPr>
        <a:xfrm>
          <a:off x="0" y="0"/>
          <a:ext cx="0" cy="0"/>
          <a:chOff x="0" y="0"/>
          <a:chExt cx="0" cy="0"/>
        </a:xfrm>
      </p:grpSpPr>
      <p:sp>
        <p:nvSpPr>
          <p:cNvPr id="10666" name="Google Shape;10666;p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67" name="Google Shape;10667;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2"/>
        <p:cNvGrpSpPr/>
        <p:nvPr/>
      </p:nvGrpSpPr>
      <p:grpSpPr>
        <a:xfrm>
          <a:off x="0" y="0"/>
          <a:ext cx="0" cy="0"/>
          <a:chOff x="0" y="0"/>
          <a:chExt cx="0" cy="0"/>
        </a:xfrm>
      </p:grpSpPr>
      <p:sp>
        <p:nvSpPr>
          <p:cNvPr id="10673" name="Google Shape;10673;p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74" name="Google Shape;1067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8"/>
        <p:cNvGrpSpPr/>
        <p:nvPr/>
      </p:nvGrpSpPr>
      <p:grpSpPr>
        <a:xfrm>
          <a:off x="0" y="0"/>
          <a:ext cx="0" cy="0"/>
          <a:chOff x="0" y="0"/>
          <a:chExt cx="0" cy="0"/>
        </a:xfrm>
      </p:grpSpPr>
      <p:sp>
        <p:nvSpPr>
          <p:cNvPr id="10679" name="Google Shape;10679;p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80" name="Google Shape;1068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4"/>
        <p:cNvGrpSpPr/>
        <p:nvPr/>
      </p:nvGrpSpPr>
      <p:grpSpPr>
        <a:xfrm>
          <a:off x="0" y="0"/>
          <a:ext cx="0" cy="0"/>
          <a:chOff x="0" y="0"/>
          <a:chExt cx="0" cy="0"/>
        </a:xfrm>
      </p:grpSpPr>
      <p:sp>
        <p:nvSpPr>
          <p:cNvPr id="10685" name="Google Shape;10685;p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86" name="Google Shape;1068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0"/>
        <p:cNvGrpSpPr/>
        <p:nvPr/>
      </p:nvGrpSpPr>
      <p:grpSpPr>
        <a:xfrm>
          <a:off x="0" y="0"/>
          <a:ext cx="0" cy="0"/>
          <a:chOff x="0" y="0"/>
          <a:chExt cx="0" cy="0"/>
        </a:xfrm>
      </p:grpSpPr>
      <p:sp>
        <p:nvSpPr>
          <p:cNvPr id="10691" name="Google Shape;10691;p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92" name="Google Shape;1069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0259"/>
        <p:cNvGrpSpPr/>
        <p:nvPr/>
      </p:nvGrpSpPr>
      <p:grpSpPr>
        <a:xfrm>
          <a:off x="0" y="0"/>
          <a:ext cx="0" cy="0"/>
          <a:chOff x="0" y="0"/>
          <a:chExt cx="0" cy="0"/>
        </a:xfrm>
      </p:grpSpPr>
      <p:sp>
        <p:nvSpPr>
          <p:cNvPr id="10260" name="Google Shape;10260;p2"/>
          <p:cNvSpPr/>
          <p:nvPr/>
        </p:nvSpPr>
        <p:spPr>
          <a:xfrm>
            <a:off x="1" y="0"/>
            <a:ext cx="12192000" cy="6858000"/>
          </a:xfrm>
          <a:prstGeom prst="rect">
            <a:avLst/>
          </a:prstGeom>
          <a:blipFill rotWithShape="1">
            <a:blip r:embed="rId2">
              <a:alphaModFix amt="45000"/>
            </a:blip>
            <a:tile tx="-31750" ty="-120650" sx="99997" sy="99997" flip="xy"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1" name="Google Shape;10261;p2"/>
          <p:cNvSpPr/>
          <p:nvPr/>
        </p:nvSpPr>
        <p:spPr>
          <a:xfrm>
            <a:off x="1307870" y="1267730"/>
            <a:ext cx="9576300" cy="4308000"/>
          </a:xfrm>
          <a:prstGeom prst="rect">
            <a:avLst/>
          </a:prstGeom>
          <a:solidFill>
            <a:schemeClr val="lt1"/>
          </a:solidFill>
          <a:ln w="9525" cap="flat" cmpd="sng">
            <a:solidFill>
              <a:srgbClr val="FEFEFE"/>
            </a:solidFill>
            <a:prstDash val="solid"/>
            <a:round/>
            <a:headEnd type="none" w="sm" len="sm"/>
            <a:tailEnd type="none" w="sm" len="sm"/>
          </a:ln>
          <a:effectLst>
            <a:outerShdw blurRad="63500" algn="ctr" rotWithShape="0">
              <a:srgbClr val="000000">
                <a:alpha val="40000"/>
              </a:srgbClr>
            </a:outerShdw>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2" name="Google Shape;10262;p2"/>
          <p:cNvSpPr/>
          <p:nvPr/>
        </p:nvSpPr>
        <p:spPr>
          <a:xfrm>
            <a:off x="1447801" y="1411615"/>
            <a:ext cx="9296400" cy="4034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3" name="Google Shape;10263;p2"/>
          <p:cNvSpPr/>
          <p:nvPr/>
        </p:nvSpPr>
        <p:spPr>
          <a:xfrm>
            <a:off x="5135880" y="1267730"/>
            <a:ext cx="1920300" cy="731400"/>
          </a:xfrm>
          <a:prstGeom prst="rect">
            <a:avLst/>
          </a:prstGeom>
          <a:solidFill>
            <a:schemeClr val="accent1"/>
          </a:solidFill>
          <a:ln>
            <a:noFill/>
          </a:ln>
          <a:effectLst>
            <a:outerShdw blurRad="50800" dist="12700" dir="5400000" algn="t"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64" name="Google Shape;10264;p2"/>
          <p:cNvGrpSpPr/>
          <p:nvPr/>
        </p:nvGrpSpPr>
        <p:grpSpPr>
          <a:xfrm>
            <a:off x="5250113" y="1267730"/>
            <a:ext cx="1691620" cy="645295"/>
            <a:chOff x="5318306" y="1386268"/>
            <a:chExt cx="1567331" cy="645295"/>
          </a:xfrm>
        </p:grpSpPr>
        <p:cxnSp>
          <p:nvCxnSpPr>
            <p:cNvPr id="10265" name="Google Shape;10265;p2"/>
            <p:cNvCxnSpPr/>
            <p:nvPr/>
          </p:nvCxnSpPr>
          <p:spPr>
            <a:xfrm>
              <a:off x="5318306" y="1386268"/>
              <a:ext cx="0" cy="640200"/>
            </a:xfrm>
            <a:prstGeom prst="straightConnector1">
              <a:avLst/>
            </a:prstGeom>
            <a:solidFill>
              <a:srgbClr val="FEFEFE"/>
            </a:solidFill>
            <a:ln w="9525" cap="flat" cmpd="sng">
              <a:solidFill>
                <a:srgbClr val="FFFFFF"/>
              </a:solidFill>
              <a:prstDash val="solid"/>
              <a:miter lim="800000"/>
              <a:headEnd type="none" w="sm" len="sm"/>
              <a:tailEnd type="none" w="sm" len="sm"/>
            </a:ln>
          </p:spPr>
        </p:cxnSp>
        <p:cxnSp>
          <p:nvCxnSpPr>
            <p:cNvPr id="10266" name="Google Shape;10266;p2"/>
            <p:cNvCxnSpPr/>
            <p:nvPr/>
          </p:nvCxnSpPr>
          <p:spPr>
            <a:xfrm>
              <a:off x="6885637" y="1386268"/>
              <a:ext cx="0" cy="640200"/>
            </a:xfrm>
            <a:prstGeom prst="straightConnector1">
              <a:avLst/>
            </a:prstGeom>
            <a:solidFill>
              <a:srgbClr val="FEFEFE"/>
            </a:solidFill>
            <a:ln w="9525" cap="flat" cmpd="sng">
              <a:solidFill>
                <a:srgbClr val="FFFFFF"/>
              </a:solidFill>
              <a:prstDash val="solid"/>
              <a:miter lim="800000"/>
              <a:headEnd type="none" w="sm" len="sm"/>
              <a:tailEnd type="none" w="sm" len="sm"/>
            </a:ln>
          </p:spPr>
        </p:cxnSp>
        <p:cxnSp>
          <p:nvCxnSpPr>
            <p:cNvPr id="10267" name="Google Shape;10267;p2"/>
            <p:cNvCxnSpPr/>
            <p:nvPr/>
          </p:nvCxnSpPr>
          <p:spPr>
            <a:xfrm>
              <a:off x="5318306" y="2031563"/>
              <a:ext cx="1567200" cy="0"/>
            </a:xfrm>
            <a:prstGeom prst="straightConnector1">
              <a:avLst/>
            </a:prstGeom>
            <a:solidFill>
              <a:srgbClr val="FEFEFE"/>
            </a:solidFill>
            <a:ln w="9525" cap="flat" cmpd="sng">
              <a:solidFill>
                <a:srgbClr val="FFFFFF"/>
              </a:solidFill>
              <a:prstDash val="solid"/>
              <a:miter lim="800000"/>
              <a:headEnd type="none" w="sm" len="sm"/>
              <a:tailEnd type="none" w="sm" len="sm"/>
            </a:ln>
          </p:spPr>
        </p:cxnSp>
      </p:grpSp>
      <p:sp>
        <p:nvSpPr>
          <p:cNvPr id="10268" name="Google Shape;10268;p2"/>
          <p:cNvSpPr txBox="1">
            <a:spLocks noGrp="1"/>
          </p:cNvSpPr>
          <p:nvPr>
            <p:ph type="ctrTitle"/>
          </p:nvPr>
        </p:nvSpPr>
        <p:spPr>
          <a:xfrm>
            <a:off x="1561708" y="2091263"/>
            <a:ext cx="9068700" cy="2590800"/>
          </a:xfrm>
          <a:prstGeom prst="rect">
            <a:avLst/>
          </a:prstGeom>
          <a:noFill/>
          <a:ln>
            <a:noFill/>
          </a:ln>
        </p:spPr>
        <p:txBody>
          <a:bodyPr spcFirstLastPara="1" wrap="square" lIns="91425" tIns="45700" rIns="91425" bIns="45700" anchor="ctr" anchorCtr="0">
            <a:noAutofit/>
          </a:bodyPr>
          <a:lstStyle>
            <a:lvl1pPr lvl="0" algn="ctr" rtl="0">
              <a:lnSpc>
                <a:spcPct val="83000"/>
              </a:lnSpc>
              <a:spcBef>
                <a:spcPts val="0"/>
              </a:spcBef>
              <a:spcAft>
                <a:spcPts val="0"/>
              </a:spcAft>
              <a:buClr>
                <a:schemeClr val="lt1"/>
              </a:buClr>
              <a:buSzPts val="7200"/>
              <a:buFont typeface="Century Gothic"/>
              <a:buNone/>
              <a:defRPr sz="7200" b="0" cap="none">
                <a:solidFill>
                  <a:schemeClr val="lt1"/>
                </a:solidFill>
                <a:effectLst>
                  <a:outerShdw blurRad="38100" dist="12700" dir="2700000" algn="tl" rotWithShape="0">
                    <a:prstClr val="black">
                      <a:alpha val="40000"/>
                    </a:prstClr>
                  </a:outerShdw>
                </a:effectLst>
                <a:latin typeface="Century Gothic"/>
                <a:ea typeface="Century Gothic"/>
                <a:cs typeface="Century Gothic"/>
                <a:sym typeface="Century Gothic"/>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69" name="Google Shape;10269;p2"/>
          <p:cNvSpPr txBox="1">
            <a:spLocks noGrp="1"/>
          </p:cNvSpPr>
          <p:nvPr>
            <p:ph type="subTitle" idx="1"/>
          </p:nvPr>
        </p:nvSpPr>
        <p:spPr>
          <a:xfrm>
            <a:off x="1562100" y="4682062"/>
            <a:ext cx="9070800" cy="457200"/>
          </a:xfrm>
          <a:prstGeom prst="rect">
            <a:avLst/>
          </a:prstGeom>
          <a:noFill/>
          <a:ln>
            <a:noFill/>
          </a:ln>
        </p:spPr>
        <p:txBody>
          <a:bodyPr spcFirstLastPara="1" wrap="square" lIns="91425" tIns="45700" rIns="91425" bIns="45700" anchor="t" anchorCtr="0">
            <a:normAutofit/>
          </a:bodyPr>
          <a:lstStyle>
            <a:lvl1pPr lvl="0" algn="ctr" rtl="0">
              <a:lnSpc>
                <a:spcPct val="100000"/>
              </a:lnSpc>
              <a:spcBef>
                <a:spcPts val="0"/>
              </a:spcBef>
              <a:spcAft>
                <a:spcPts val="0"/>
              </a:spcAft>
              <a:buSzPts val="1600"/>
              <a:buNone/>
              <a:defRPr sz="1600">
                <a:solidFill>
                  <a:schemeClr val="lt2"/>
                </a:solidFill>
              </a:defRPr>
            </a:lvl1pPr>
            <a:lvl2pPr lvl="1" algn="ctr" rtl="0">
              <a:lnSpc>
                <a:spcPct val="100000"/>
              </a:lnSpc>
              <a:spcBef>
                <a:spcPts val="500"/>
              </a:spcBef>
              <a:spcAft>
                <a:spcPts val="0"/>
              </a:spcAft>
              <a:buSzPts val="1600"/>
              <a:buNone/>
              <a:defRPr sz="1600"/>
            </a:lvl2pPr>
            <a:lvl3pPr lvl="2" algn="ctr" rtl="0">
              <a:lnSpc>
                <a:spcPct val="100000"/>
              </a:lnSpc>
              <a:spcBef>
                <a:spcPts val="500"/>
              </a:spcBef>
              <a:spcAft>
                <a:spcPts val="0"/>
              </a:spcAft>
              <a:buSzPts val="1600"/>
              <a:buNone/>
              <a:defRPr sz="1600"/>
            </a:lvl3pPr>
            <a:lvl4pPr lvl="3" algn="ctr" rtl="0">
              <a:lnSpc>
                <a:spcPct val="100000"/>
              </a:lnSpc>
              <a:spcBef>
                <a:spcPts val="500"/>
              </a:spcBef>
              <a:spcAft>
                <a:spcPts val="0"/>
              </a:spcAft>
              <a:buSzPts val="1600"/>
              <a:buNone/>
              <a:defRPr sz="1600"/>
            </a:lvl4pPr>
            <a:lvl5pPr lvl="4" algn="ctr" rtl="0">
              <a:lnSpc>
                <a:spcPct val="100000"/>
              </a:lnSpc>
              <a:spcBef>
                <a:spcPts val="500"/>
              </a:spcBef>
              <a:spcAft>
                <a:spcPts val="0"/>
              </a:spcAft>
              <a:buSzPts val="1600"/>
              <a:buNone/>
              <a:defRPr sz="1600"/>
            </a:lvl5pPr>
            <a:lvl6pPr lvl="5" algn="ctr" rtl="0">
              <a:lnSpc>
                <a:spcPct val="100000"/>
              </a:lnSpc>
              <a:spcBef>
                <a:spcPts val="500"/>
              </a:spcBef>
              <a:spcAft>
                <a:spcPts val="0"/>
              </a:spcAft>
              <a:buSzPts val="1600"/>
              <a:buNone/>
              <a:defRPr sz="1600"/>
            </a:lvl6pPr>
            <a:lvl7pPr lvl="6" algn="ctr" rtl="0">
              <a:lnSpc>
                <a:spcPct val="100000"/>
              </a:lnSpc>
              <a:spcBef>
                <a:spcPts val="500"/>
              </a:spcBef>
              <a:spcAft>
                <a:spcPts val="0"/>
              </a:spcAft>
              <a:buSzPts val="1600"/>
              <a:buNone/>
              <a:defRPr sz="1600"/>
            </a:lvl7pPr>
            <a:lvl8pPr lvl="7" algn="ctr" rtl="0">
              <a:lnSpc>
                <a:spcPct val="100000"/>
              </a:lnSpc>
              <a:spcBef>
                <a:spcPts val="500"/>
              </a:spcBef>
              <a:spcAft>
                <a:spcPts val="0"/>
              </a:spcAft>
              <a:buSzPts val="1600"/>
              <a:buNone/>
              <a:defRPr sz="1600"/>
            </a:lvl8pPr>
            <a:lvl9pPr lvl="8" algn="ctr" rtl="0">
              <a:lnSpc>
                <a:spcPct val="100000"/>
              </a:lnSpc>
              <a:spcBef>
                <a:spcPts val="500"/>
              </a:spcBef>
              <a:spcAft>
                <a:spcPts val="0"/>
              </a:spcAft>
              <a:buSzPts val="1600"/>
              <a:buNone/>
              <a:defRPr sz="1600"/>
            </a:lvl9pPr>
          </a:lstStyle>
          <a:p>
            <a:endParaRPr/>
          </a:p>
        </p:txBody>
      </p:sp>
      <p:sp>
        <p:nvSpPr>
          <p:cNvPr id="10270" name="Google Shape;10270;p2"/>
          <p:cNvSpPr txBox="1">
            <a:spLocks noGrp="1"/>
          </p:cNvSpPr>
          <p:nvPr>
            <p:ph type="dt" idx="10"/>
          </p:nvPr>
        </p:nvSpPr>
        <p:spPr>
          <a:xfrm>
            <a:off x="5318760" y="1341255"/>
            <a:ext cx="1554600" cy="5271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71" name="Google Shape;10271;p2"/>
          <p:cNvSpPr txBox="1">
            <a:spLocks noGrp="1"/>
          </p:cNvSpPr>
          <p:nvPr>
            <p:ph type="ftr" idx="11"/>
          </p:nvPr>
        </p:nvSpPr>
        <p:spPr>
          <a:xfrm>
            <a:off x="1453896" y="5212080"/>
            <a:ext cx="5905500" cy="228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72" name="Google Shape;10272;p2"/>
          <p:cNvSpPr txBox="1">
            <a:spLocks noGrp="1"/>
          </p:cNvSpPr>
          <p:nvPr>
            <p:ph type="sldNum" idx="12"/>
          </p:nvPr>
        </p:nvSpPr>
        <p:spPr>
          <a:xfrm>
            <a:off x="8606919" y="5212080"/>
            <a:ext cx="2112000" cy="2286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b="0" i="0" u="none" strike="noStrike" cap="none">
                <a:solidFill>
                  <a:schemeClr val="lt2"/>
                </a:solidFill>
                <a:latin typeface="Century Gothic"/>
                <a:ea typeface="Century Gothic"/>
                <a:cs typeface="Century Gothic"/>
                <a:sym typeface="Century Gothic"/>
              </a:defRPr>
            </a:lvl1pPr>
            <a:lvl2pPr marL="0" lvl="1" indent="0" algn="r" rtl="0">
              <a:spcBef>
                <a:spcPts val="0"/>
              </a:spcBef>
              <a:buNone/>
              <a:defRPr sz="1000" b="0" i="0" u="none" strike="noStrike" cap="none">
                <a:solidFill>
                  <a:schemeClr val="lt2"/>
                </a:solidFill>
                <a:latin typeface="Century Gothic"/>
                <a:ea typeface="Century Gothic"/>
                <a:cs typeface="Century Gothic"/>
                <a:sym typeface="Century Gothic"/>
              </a:defRPr>
            </a:lvl2pPr>
            <a:lvl3pPr marL="0" lvl="2" indent="0" algn="r" rtl="0">
              <a:spcBef>
                <a:spcPts val="0"/>
              </a:spcBef>
              <a:buNone/>
              <a:defRPr sz="1000" b="0" i="0" u="none" strike="noStrike" cap="none">
                <a:solidFill>
                  <a:schemeClr val="lt2"/>
                </a:solidFill>
                <a:latin typeface="Century Gothic"/>
                <a:ea typeface="Century Gothic"/>
                <a:cs typeface="Century Gothic"/>
                <a:sym typeface="Century Gothic"/>
              </a:defRPr>
            </a:lvl3pPr>
            <a:lvl4pPr marL="0" lvl="3" indent="0" algn="r" rtl="0">
              <a:spcBef>
                <a:spcPts val="0"/>
              </a:spcBef>
              <a:buNone/>
              <a:defRPr sz="1000" b="0" i="0" u="none" strike="noStrike" cap="none">
                <a:solidFill>
                  <a:schemeClr val="lt2"/>
                </a:solidFill>
                <a:latin typeface="Century Gothic"/>
                <a:ea typeface="Century Gothic"/>
                <a:cs typeface="Century Gothic"/>
                <a:sym typeface="Century Gothic"/>
              </a:defRPr>
            </a:lvl4pPr>
            <a:lvl5pPr marL="0" lvl="4" indent="0" algn="r" rtl="0">
              <a:spcBef>
                <a:spcPts val="0"/>
              </a:spcBef>
              <a:buNone/>
              <a:defRPr sz="1000" b="0" i="0" u="none" strike="noStrike" cap="none">
                <a:solidFill>
                  <a:schemeClr val="lt2"/>
                </a:solidFill>
                <a:latin typeface="Century Gothic"/>
                <a:ea typeface="Century Gothic"/>
                <a:cs typeface="Century Gothic"/>
                <a:sym typeface="Century Gothic"/>
              </a:defRPr>
            </a:lvl5pPr>
            <a:lvl6pPr marL="0" lvl="5" indent="0" algn="r" rtl="0">
              <a:spcBef>
                <a:spcPts val="0"/>
              </a:spcBef>
              <a:buNone/>
              <a:defRPr sz="1000" b="0" i="0" u="none" strike="noStrike" cap="none">
                <a:solidFill>
                  <a:schemeClr val="lt2"/>
                </a:solidFill>
                <a:latin typeface="Century Gothic"/>
                <a:ea typeface="Century Gothic"/>
                <a:cs typeface="Century Gothic"/>
                <a:sym typeface="Century Gothic"/>
              </a:defRPr>
            </a:lvl6pPr>
            <a:lvl7pPr marL="0" lvl="6" indent="0" algn="r" rtl="0">
              <a:spcBef>
                <a:spcPts val="0"/>
              </a:spcBef>
              <a:buNone/>
              <a:defRPr sz="1000" b="0" i="0" u="none" strike="noStrike" cap="none">
                <a:solidFill>
                  <a:schemeClr val="lt2"/>
                </a:solidFill>
                <a:latin typeface="Century Gothic"/>
                <a:ea typeface="Century Gothic"/>
                <a:cs typeface="Century Gothic"/>
                <a:sym typeface="Century Gothic"/>
              </a:defRPr>
            </a:lvl7pPr>
            <a:lvl8pPr marL="0" lvl="7" indent="0" algn="r" rtl="0">
              <a:spcBef>
                <a:spcPts val="0"/>
              </a:spcBef>
              <a:buNone/>
              <a:defRPr sz="1000" b="0" i="0" u="none" strike="noStrike" cap="none">
                <a:solidFill>
                  <a:schemeClr val="lt2"/>
                </a:solidFill>
                <a:latin typeface="Century Gothic"/>
                <a:ea typeface="Century Gothic"/>
                <a:cs typeface="Century Gothic"/>
                <a:sym typeface="Century Gothic"/>
              </a:defRPr>
            </a:lvl8pPr>
            <a:lvl9pPr marL="0" lvl="8" indent="0" algn="r" rtl="0">
              <a:spcBef>
                <a:spcPts val="0"/>
              </a:spcBef>
              <a:buNone/>
              <a:defRPr sz="1000" b="0" i="0" u="none" strike="noStrike" cap="none">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10273"/>
        <p:cNvGrpSpPr/>
        <p:nvPr/>
      </p:nvGrpSpPr>
      <p:grpSpPr>
        <a:xfrm>
          <a:off x="0" y="0"/>
          <a:ext cx="0" cy="0"/>
          <a:chOff x="0" y="0"/>
          <a:chExt cx="0" cy="0"/>
        </a:xfrm>
      </p:grpSpPr>
      <p:sp>
        <p:nvSpPr>
          <p:cNvPr id="10274" name="Google Shape;10274;p3"/>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75" name="Google Shape;10275;p3"/>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sz="1800"/>
            </a:lvl1pPr>
            <a:lvl2pPr marL="914400" lvl="1" indent="-342900" algn="l" rtl="0">
              <a:lnSpc>
                <a:spcPct val="100000"/>
              </a:lnSpc>
              <a:spcBef>
                <a:spcPts val="500"/>
              </a:spcBef>
              <a:spcAft>
                <a:spcPts val="0"/>
              </a:spcAft>
              <a:buSzPts val="1800"/>
              <a:buChar char="•"/>
              <a:defRPr/>
            </a:lvl2pPr>
            <a:lvl3pPr marL="1371600" lvl="2" indent="-342900" algn="l" rtl="0">
              <a:lnSpc>
                <a:spcPct val="100000"/>
              </a:lnSpc>
              <a:spcBef>
                <a:spcPts val="500"/>
              </a:spcBef>
              <a:spcAft>
                <a:spcPts val="0"/>
              </a:spcAft>
              <a:buSzPts val="1800"/>
              <a:buChar char="•"/>
              <a:defRPr/>
            </a:lvl3pPr>
            <a:lvl4pPr marL="1828800" lvl="3" indent="-342900" algn="l" rtl="0">
              <a:lnSpc>
                <a:spcPct val="100000"/>
              </a:lnSpc>
              <a:spcBef>
                <a:spcPts val="500"/>
              </a:spcBef>
              <a:spcAft>
                <a:spcPts val="0"/>
              </a:spcAft>
              <a:buSzPts val="1800"/>
              <a:buChar char="•"/>
              <a:defRPr/>
            </a:lvl4pPr>
            <a:lvl5pPr marL="2286000" lvl="4" indent="-342900" algn="l" rtl="0">
              <a:lnSpc>
                <a:spcPct val="100000"/>
              </a:lnSpc>
              <a:spcBef>
                <a:spcPts val="500"/>
              </a:spcBef>
              <a:spcAft>
                <a:spcPts val="0"/>
              </a:spcAft>
              <a:buSzPts val="1800"/>
              <a:buChar char="•"/>
              <a:defRPr/>
            </a:lvl5pPr>
            <a:lvl6pPr marL="2743200" lvl="5" indent="-342900" algn="l" rtl="0">
              <a:lnSpc>
                <a:spcPct val="100000"/>
              </a:lnSpc>
              <a:spcBef>
                <a:spcPts val="500"/>
              </a:spcBef>
              <a:spcAft>
                <a:spcPts val="0"/>
              </a:spcAft>
              <a:buSzPts val="1800"/>
              <a:buChar char="•"/>
              <a:defRPr/>
            </a:lvl6pPr>
            <a:lvl7pPr marL="3200400" lvl="6" indent="-342900" algn="l" rtl="0">
              <a:lnSpc>
                <a:spcPct val="100000"/>
              </a:lnSpc>
              <a:spcBef>
                <a:spcPts val="500"/>
              </a:spcBef>
              <a:spcAft>
                <a:spcPts val="0"/>
              </a:spcAft>
              <a:buSzPts val="1800"/>
              <a:buChar char="•"/>
              <a:defRPr/>
            </a:lvl7pPr>
            <a:lvl8pPr marL="3657600" lvl="7" indent="-342900" algn="l" rtl="0">
              <a:lnSpc>
                <a:spcPct val="100000"/>
              </a:lnSpc>
              <a:spcBef>
                <a:spcPts val="500"/>
              </a:spcBef>
              <a:spcAft>
                <a:spcPts val="0"/>
              </a:spcAft>
              <a:buSzPts val="1800"/>
              <a:buChar char="•"/>
              <a:defRPr/>
            </a:lvl8pPr>
            <a:lvl9pPr marL="4114800" lvl="8" indent="-342900" algn="l" rtl="0">
              <a:lnSpc>
                <a:spcPct val="100000"/>
              </a:lnSpc>
              <a:spcBef>
                <a:spcPts val="500"/>
              </a:spcBef>
              <a:spcAft>
                <a:spcPts val="0"/>
              </a:spcAft>
              <a:buSzPts val="1800"/>
              <a:buChar char="•"/>
              <a:defRPr/>
            </a:lvl9pPr>
          </a:lstStyle>
          <a:p>
            <a:endParaRPr/>
          </a:p>
        </p:txBody>
      </p:sp>
      <p:sp>
        <p:nvSpPr>
          <p:cNvPr id="10276" name="Google Shape;10276;p3"/>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77" name="Google Shape;10277;p3"/>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78" name="Google Shape;10278;p3"/>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b="0" i="0" u="none" strike="noStrike" cap="none">
                <a:solidFill>
                  <a:schemeClr val="lt2"/>
                </a:solidFill>
                <a:latin typeface="Century Gothic"/>
                <a:ea typeface="Century Gothic"/>
                <a:cs typeface="Century Gothic"/>
                <a:sym typeface="Century Gothic"/>
              </a:defRPr>
            </a:lvl1pPr>
            <a:lvl2pPr marL="0" lvl="1" indent="0" algn="r" rtl="0">
              <a:spcBef>
                <a:spcPts val="0"/>
              </a:spcBef>
              <a:buNone/>
              <a:defRPr sz="1000" b="0" i="0" u="none" strike="noStrike" cap="none">
                <a:solidFill>
                  <a:schemeClr val="lt2"/>
                </a:solidFill>
                <a:latin typeface="Century Gothic"/>
                <a:ea typeface="Century Gothic"/>
                <a:cs typeface="Century Gothic"/>
                <a:sym typeface="Century Gothic"/>
              </a:defRPr>
            </a:lvl2pPr>
            <a:lvl3pPr marL="0" lvl="2" indent="0" algn="r" rtl="0">
              <a:spcBef>
                <a:spcPts val="0"/>
              </a:spcBef>
              <a:buNone/>
              <a:defRPr sz="1000" b="0" i="0" u="none" strike="noStrike" cap="none">
                <a:solidFill>
                  <a:schemeClr val="lt2"/>
                </a:solidFill>
                <a:latin typeface="Century Gothic"/>
                <a:ea typeface="Century Gothic"/>
                <a:cs typeface="Century Gothic"/>
                <a:sym typeface="Century Gothic"/>
              </a:defRPr>
            </a:lvl3pPr>
            <a:lvl4pPr marL="0" lvl="3" indent="0" algn="r" rtl="0">
              <a:spcBef>
                <a:spcPts val="0"/>
              </a:spcBef>
              <a:buNone/>
              <a:defRPr sz="1000" b="0" i="0" u="none" strike="noStrike" cap="none">
                <a:solidFill>
                  <a:schemeClr val="lt2"/>
                </a:solidFill>
                <a:latin typeface="Century Gothic"/>
                <a:ea typeface="Century Gothic"/>
                <a:cs typeface="Century Gothic"/>
                <a:sym typeface="Century Gothic"/>
              </a:defRPr>
            </a:lvl4pPr>
            <a:lvl5pPr marL="0" lvl="4" indent="0" algn="r" rtl="0">
              <a:spcBef>
                <a:spcPts val="0"/>
              </a:spcBef>
              <a:buNone/>
              <a:defRPr sz="1000" b="0" i="0" u="none" strike="noStrike" cap="none">
                <a:solidFill>
                  <a:schemeClr val="lt2"/>
                </a:solidFill>
                <a:latin typeface="Century Gothic"/>
                <a:ea typeface="Century Gothic"/>
                <a:cs typeface="Century Gothic"/>
                <a:sym typeface="Century Gothic"/>
              </a:defRPr>
            </a:lvl5pPr>
            <a:lvl6pPr marL="0" lvl="5" indent="0" algn="r" rtl="0">
              <a:spcBef>
                <a:spcPts val="0"/>
              </a:spcBef>
              <a:buNone/>
              <a:defRPr sz="1000" b="0" i="0" u="none" strike="noStrike" cap="none">
                <a:solidFill>
                  <a:schemeClr val="lt2"/>
                </a:solidFill>
                <a:latin typeface="Century Gothic"/>
                <a:ea typeface="Century Gothic"/>
                <a:cs typeface="Century Gothic"/>
                <a:sym typeface="Century Gothic"/>
              </a:defRPr>
            </a:lvl6pPr>
            <a:lvl7pPr marL="0" lvl="6" indent="0" algn="r" rtl="0">
              <a:spcBef>
                <a:spcPts val="0"/>
              </a:spcBef>
              <a:buNone/>
              <a:defRPr sz="1000" b="0" i="0" u="none" strike="noStrike" cap="none">
                <a:solidFill>
                  <a:schemeClr val="lt2"/>
                </a:solidFill>
                <a:latin typeface="Century Gothic"/>
                <a:ea typeface="Century Gothic"/>
                <a:cs typeface="Century Gothic"/>
                <a:sym typeface="Century Gothic"/>
              </a:defRPr>
            </a:lvl7pPr>
            <a:lvl8pPr marL="0" lvl="7" indent="0" algn="r" rtl="0">
              <a:spcBef>
                <a:spcPts val="0"/>
              </a:spcBef>
              <a:buNone/>
              <a:defRPr sz="1000" b="0" i="0" u="none" strike="noStrike" cap="none">
                <a:solidFill>
                  <a:schemeClr val="lt2"/>
                </a:solidFill>
                <a:latin typeface="Century Gothic"/>
                <a:ea typeface="Century Gothic"/>
                <a:cs typeface="Century Gothic"/>
                <a:sym typeface="Century Gothic"/>
              </a:defRPr>
            </a:lvl8pPr>
            <a:lvl9pPr marL="0" lvl="8" indent="0" algn="r" rtl="0">
              <a:spcBef>
                <a:spcPts val="0"/>
              </a:spcBef>
              <a:buNone/>
              <a:defRPr sz="1000" b="0" i="0" u="none" strike="noStrike" cap="none">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79"/>
        <p:cNvGrpSpPr/>
        <p:nvPr/>
      </p:nvGrpSpPr>
      <p:grpSpPr>
        <a:xfrm>
          <a:off x="0" y="0"/>
          <a:ext cx="0" cy="0"/>
          <a:chOff x="0" y="0"/>
          <a:chExt cx="0" cy="0"/>
        </a:xfrm>
      </p:grpSpPr>
      <p:sp>
        <p:nvSpPr>
          <p:cNvPr id="10280" name="Google Shape;10280;p4"/>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81" name="Google Shape;10281;p4"/>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82" name="Google Shape;10282;p4"/>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83" name="Google Shape;10283;p4"/>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0284"/>
        <p:cNvGrpSpPr/>
        <p:nvPr/>
      </p:nvGrpSpPr>
      <p:grpSpPr>
        <a:xfrm>
          <a:off x="0" y="0"/>
          <a:ext cx="0" cy="0"/>
          <a:chOff x="0" y="0"/>
          <a:chExt cx="0" cy="0"/>
        </a:xfrm>
      </p:grpSpPr>
      <p:sp>
        <p:nvSpPr>
          <p:cNvPr id="10285" name="Google Shape;10285;p5"/>
          <p:cNvSpPr/>
          <p:nvPr/>
        </p:nvSpPr>
        <p:spPr>
          <a:xfrm>
            <a:off x="0" y="0"/>
            <a:ext cx="12192000" cy="6858000"/>
          </a:xfrm>
          <a:prstGeom prst="rect">
            <a:avLst/>
          </a:prstGeom>
          <a:blipFill rotWithShape="1">
            <a:blip r:embed="rId2">
              <a:alphaModFix amt="40000"/>
            </a:blip>
            <a:tile tx="-31750" ty="-120650" sx="99997" sy="99997" flip="xy" algn="tl"/>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6" name="Google Shape;10286;p5"/>
          <p:cNvSpPr/>
          <p:nvPr/>
        </p:nvSpPr>
        <p:spPr>
          <a:xfrm>
            <a:off x="1307870" y="1267730"/>
            <a:ext cx="9576300" cy="4308000"/>
          </a:xfrm>
          <a:prstGeom prst="rect">
            <a:avLst/>
          </a:prstGeom>
          <a:solidFill>
            <a:schemeClr val="lt1"/>
          </a:solidFill>
          <a:ln w="9525" cap="flat" cmpd="sng">
            <a:solidFill>
              <a:srgbClr val="FEFEFE"/>
            </a:solidFill>
            <a:prstDash val="solid"/>
            <a:round/>
            <a:headEnd type="none" w="sm" len="sm"/>
            <a:tailEnd type="none" w="sm" len="sm"/>
          </a:ln>
          <a:effectLst>
            <a:outerShdw blurRad="63500" algn="ctr" rotWithShape="0">
              <a:srgbClr val="000000">
                <a:alpha val="40000"/>
              </a:srgbClr>
            </a:outerShdw>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7" name="Google Shape;10287;p5"/>
          <p:cNvSpPr/>
          <p:nvPr/>
        </p:nvSpPr>
        <p:spPr>
          <a:xfrm>
            <a:off x="1447801" y="1411615"/>
            <a:ext cx="9296400" cy="4034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8" name="Google Shape;10288;p5"/>
          <p:cNvSpPr/>
          <p:nvPr/>
        </p:nvSpPr>
        <p:spPr>
          <a:xfrm>
            <a:off x="5135880" y="1267730"/>
            <a:ext cx="1920300" cy="731400"/>
          </a:xfrm>
          <a:prstGeom prst="rect">
            <a:avLst/>
          </a:prstGeom>
          <a:solidFill>
            <a:schemeClr val="accent1"/>
          </a:solidFill>
          <a:ln>
            <a:noFill/>
          </a:ln>
          <a:effectLst>
            <a:outerShdw blurRad="50800" dist="12700" dir="5400000" algn="t"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89" name="Google Shape;10289;p5"/>
          <p:cNvGrpSpPr/>
          <p:nvPr/>
        </p:nvGrpSpPr>
        <p:grpSpPr>
          <a:xfrm>
            <a:off x="5250113" y="1267730"/>
            <a:ext cx="1691620" cy="645295"/>
            <a:chOff x="5318306" y="1386268"/>
            <a:chExt cx="1567331" cy="645295"/>
          </a:xfrm>
        </p:grpSpPr>
        <p:cxnSp>
          <p:nvCxnSpPr>
            <p:cNvPr id="10290" name="Google Shape;10290;p5"/>
            <p:cNvCxnSpPr/>
            <p:nvPr/>
          </p:nvCxnSpPr>
          <p:spPr>
            <a:xfrm>
              <a:off x="5318306" y="1386268"/>
              <a:ext cx="0" cy="640200"/>
            </a:xfrm>
            <a:prstGeom prst="straightConnector1">
              <a:avLst/>
            </a:prstGeom>
            <a:solidFill>
              <a:srgbClr val="FEFEFE"/>
            </a:solidFill>
            <a:ln w="9525" cap="flat" cmpd="sng">
              <a:solidFill>
                <a:srgbClr val="FFFFFF"/>
              </a:solidFill>
              <a:prstDash val="solid"/>
              <a:miter lim="800000"/>
              <a:headEnd type="none" w="sm" len="sm"/>
              <a:tailEnd type="none" w="sm" len="sm"/>
            </a:ln>
          </p:spPr>
        </p:cxnSp>
        <p:cxnSp>
          <p:nvCxnSpPr>
            <p:cNvPr id="10291" name="Google Shape;10291;p5"/>
            <p:cNvCxnSpPr/>
            <p:nvPr/>
          </p:nvCxnSpPr>
          <p:spPr>
            <a:xfrm>
              <a:off x="6885637" y="1386268"/>
              <a:ext cx="0" cy="640200"/>
            </a:xfrm>
            <a:prstGeom prst="straightConnector1">
              <a:avLst/>
            </a:prstGeom>
            <a:solidFill>
              <a:srgbClr val="FEFEFE"/>
            </a:solidFill>
            <a:ln w="9525" cap="flat" cmpd="sng">
              <a:solidFill>
                <a:srgbClr val="FFFFFF"/>
              </a:solidFill>
              <a:prstDash val="solid"/>
              <a:miter lim="800000"/>
              <a:headEnd type="none" w="sm" len="sm"/>
              <a:tailEnd type="none" w="sm" len="sm"/>
            </a:ln>
          </p:spPr>
        </p:cxnSp>
        <p:cxnSp>
          <p:nvCxnSpPr>
            <p:cNvPr id="10292" name="Google Shape;10292;p5"/>
            <p:cNvCxnSpPr/>
            <p:nvPr/>
          </p:nvCxnSpPr>
          <p:spPr>
            <a:xfrm>
              <a:off x="5318306" y="2031563"/>
              <a:ext cx="1567200" cy="0"/>
            </a:xfrm>
            <a:prstGeom prst="straightConnector1">
              <a:avLst/>
            </a:prstGeom>
            <a:solidFill>
              <a:srgbClr val="FEFEFE"/>
            </a:solidFill>
            <a:ln w="9525" cap="flat" cmpd="sng">
              <a:solidFill>
                <a:srgbClr val="FFFFFF"/>
              </a:solidFill>
              <a:prstDash val="solid"/>
              <a:miter lim="800000"/>
              <a:headEnd type="none" w="sm" len="sm"/>
              <a:tailEnd type="none" w="sm" len="sm"/>
            </a:ln>
          </p:spPr>
        </p:cxnSp>
      </p:grpSp>
      <p:sp>
        <p:nvSpPr>
          <p:cNvPr id="10293" name="Google Shape;10293;p5"/>
          <p:cNvSpPr txBox="1">
            <a:spLocks noGrp="1"/>
          </p:cNvSpPr>
          <p:nvPr>
            <p:ph type="title"/>
          </p:nvPr>
        </p:nvSpPr>
        <p:spPr>
          <a:xfrm>
            <a:off x="1563623" y="2094309"/>
            <a:ext cx="9070800" cy="2587800"/>
          </a:xfrm>
          <a:prstGeom prst="rect">
            <a:avLst/>
          </a:prstGeom>
          <a:noFill/>
          <a:ln>
            <a:noFill/>
          </a:ln>
        </p:spPr>
        <p:txBody>
          <a:bodyPr spcFirstLastPara="1" wrap="square" lIns="91425" tIns="45700" rIns="91425" bIns="45700" anchor="ctr" anchorCtr="0">
            <a:noAutofit/>
          </a:bodyPr>
          <a:lstStyle>
            <a:lvl1pPr lvl="0" algn="ctr" rtl="0">
              <a:lnSpc>
                <a:spcPct val="83000"/>
              </a:lnSpc>
              <a:spcBef>
                <a:spcPts val="0"/>
              </a:spcBef>
              <a:spcAft>
                <a:spcPts val="0"/>
              </a:spcAft>
              <a:buClr>
                <a:schemeClr val="lt1"/>
              </a:buClr>
              <a:buSzPts val="7200"/>
              <a:buFont typeface="Century Gothic"/>
              <a:buNone/>
              <a:defRPr sz="7200" b="0" cap="none">
                <a:solidFill>
                  <a:schemeClr val="lt1"/>
                </a:solidFill>
                <a:effectLst>
                  <a:outerShdw blurRad="38100" dist="12700" dir="2700000" algn="tl" rotWithShape="0">
                    <a:prstClr val="black">
                      <a:alpha val="40000"/>
                    </a:prstClr>
                  </a:outerShdw>
                </a:effectLst>
                <a:latin typeface="Century Gothic"/>
                <a:ea typeface="Century Gothic"/>
                <a:cs typeface="Century Gothic"/>
                <a:sym typeface="Century Gothic"/>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294" name="Google Shape;10294;p5"/>
          <p:cNvSpPr txBox="1">
            <a:spLocks noGrp="1"/>
          </p:cNvSpPr>
          <p:nvPr>
            <p:ph type="body" idx="1"/>
          </p:nvPr>
        </p:nvSpPr>
        <p:spPr>
          <a:xfrm>
            <a:off x="1563624" y="4682062"/>
            <a:ext cx="9070800" cy="4572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900"/>
              </a:spcBef>
              <a:spcAft>
                <a:spcPts val="0"/>
              </a:spcAft>
              <a:buSzPts val="1600"/>
              <a:buNone/>
              <a:defRPr sz="1600">
                <a:solidFill>
                  <a:schemeClr val="lt2"/>
                </a:solidFill>
              </a:defRPr>
            </a:lvl1pPr>
            <a:lvl2pPr marL="914400" lvl="1" indent="-228600" algn="l" rtl="0">
              <a:lnSpc>
                <a:spcPct val="100000"/>
              </a:lnSpc>
              <a:spcBef>
                <a:spcPts val="500"/>
              </a:spcBef>
              <a:spcAft>
                <a:spcPts val="0"/>
              </a:spcAft>
              <a:buSzPts val="1600"/>
              <a:buNone/>
              <a:defRPr sz="1600">
                <a:solidFill>
                  <a:schemeClr val="lt1"/>
                </a:solidFill>
              </a:defRPr>
            </a:lvl2pPr>
            <a:lvl3pPr marL="1371600" lvl="2" indent="-228600" algn="l" rtl="0">
              <a:lnSpc>
                <a:spcPct val="100000"/>
              </a:lnSpc>
              <a:spcBef>
                <a:spcPts val="500"/>
              </a:spcBef>
              <a:spcAft>
                <a:spcPts val="0"/>
              </a:spcAft>
              <a:buSzPts val="1600"/>
              <a:buNone/>
              <a:defRPr sz="1600">
                <a:solidFill>
                  <a:schemeClr val="lt1"/>
                </a:solidFill>
              </a:defRPr>
            </a:lvl3pPr>
            <a:lvl4pPr marL="1828800" lvl="3" indent="-228600" algn="l" rtl="0">
              <a:lnSpc>
                <a:spcPct val="100000"/>
              </a:lnSpc>
              <a:spcBef>
                <a:spcPts val="500"/>
              </a:spcBef>
              <a:spcAft>
                <a:spcPts val="0"/>
              </a:spcAft>
              <a:buSzPts val="1400"/>
              <a:buNone/>
              <a:defRPr sz="1400">
                <a:solidFill>
                  <a:schemeClr val="lt1"/>
                </a:solidFill>
              </a:defRPr>
            </a:lvl4pPr>
            <a:lvl5pPr marL="2286000" lvl="4" indent="-228600" algn="l" rtl="0">
              <a:lnSpc>
                <a:spcPct val="100000"/>
              </a:lnSpc>
              <a:spcBef>
                <a:spcPts val="500"/>
              </a:spcBef>
              <a:spcAft>
                <a:spcPts val="0"/>
              </a:spcAft>
              <a:buSzPts val="1400"/>
              <a:buNone/>
              <a:defRPr sz="1400">
                <a:solidFill>
                  <a:schemeClr val="lt1"/>
                </a:solidFill>
              </a:defRPr>
            </a:lvl5pPr>
            <a:lvl6pPr marL="2743200" lvl="5" indent="-228600" algn="l" rtl="0">
              <a:lnSpc>
                <a:spcPct val="100000"/>
              </a:lnSpc>
              <a:spcBef>
                <a:spcPts val="500"/>
              </a:spcBef>
              <a:spcAft>
                <a:spcPts val="0"/>
              </a:spcAft>
              <a:buSzPts val="1400"/>
              <a:buNone/>
              <a:defRPr sz="1400">
                <a:solidFill>
                  <a:schemeClr val="lt1"/>
                </a:solidFill>
              </a:defRPr>
            </a:lvl6pPr>
            <a:lvl7pPr marL="3200400" lvl="6" indent="-228600" algn="l" rtl="0">
              <a:lnSpc>
                <a:spcPct val="100000"/>
              </a:lnSpc>
              <a:spcBef>
                <a:spcPts val="500"/>
              </a:spcBef>
              <a:spcAft>
                <a:spcPts val="0"/>
              </a:spcAft>
              <a:buSzPts val="1400"/>
              <a:buNone/>
              <a:defRPr sz="1400">
                <a:solidFill>
                  <a:schemeClr val="lt1"/>
                </a:solidFill>
              </a:defRPr>
            </a:lvl7pPr>
            <a:lvl8pPr marL="3657600" lvl="7" indent="-228600" algn="l" rtl="0">
              <a:lnSpc>
                <a:spcPct val="100000"/>
              </a:lnSpc>
              <a:spcBef>
                <a:spcPts val="500"/>
              </a:spcBef>
              <a:spcAft>
                <a:spcPts val="0"/>
              </a:spcAft>
              <a:buSzPts val="1400"/>
              <a:buNone/>
              <a:defRPr sz="1400">
                <a:solidFill>
                  <a:schemeClr val="lt1"/>
                </a:solidFill>
              </a:defRPr>
            </a:lvl8pPr>
            <a:lvl9pPr marL="4114800" lvl="8" indent="-228600" algn="l" rtl="0">
              <a:lnSpc>
                <a:spcPct val="100000"/>
              </a:lnSpc>
              <a:spcBef>
                <a:spcPts val="500"/>
              </a:spcBef>
              <a:spcAft>
                <a:spcPts val="0"/>
              </a:spcAft>
              <a:buSzPts val="1400"/>
              <a:buNone/>
              <a:defRPr sz="1400">
                <a:solidFill>
                  <a:schemeClr val="lt1"/>
                </a:solidFill>
              </a:defRPr>
            </a:lvl9pPr>
          </a:lstStyle>
          <a:p>
            <a:endParaRPr/>
          </a:p>
        </p:txBody>
      </p:sp>
      <p:sp>
        <p:nvSpPr>
          <p:cNvPr id="10295" name="Google Shape;10295;p5"/>
          <p:cNvSpPr txBox="1">
            <a:spLocks noGrp="1"/>
          </p:cNvSpPr>
          <p:nvPr>
            <p:ph type="dt" idx="10"/>
          </p:nvPr>
        </p:nvSpPr>
        <p:spPr>
          <a:xfrm>
            <a:off x="5321808" y="1344502"/>
            <a:ext cx="1554600" cy="5304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sz="1300">
                <a:solidFill>
                  <a:srgbClr val="FFFFFF"/>
                </a:solidFill>
                <a:latin typeface="Century Gothic"/>
                <a:ea typeface="Century Gothic"/>
                <a:cs typeface="Century Gothic"/>
                <a:sym typeface="Century Gothic"/>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96" name="Google Shape;10296;p5"/>
          <p:cNvSpPr txBox="1">
            <a:spLocks noGrp="1"/>
          </p:cNvSpPr>
          <p:nvPr>
            <p:ph type="ftr" idx="11"/>
          </p:nvPr>
        </p:nvSpPr>
        <p:spPr>
          <a:xfrm>
            <a:off x="1453896" y="5212080"/>
            <a:ext cx="5907000" cy="2286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297" name="Google Shape;10297;p5"/>
          <p:cNvSpPr txBox="1">
            <a:spLocks noGrp="1"/>
          </p:cNvSpPr>
          <p:nvPr>
            <p:ph type="sldNum" idx="12"/>
          </p:nvPr>
        </p:nvSpPr>
        <p:spPr>
          <a:xfrm>
            <a:off x="8604504" y="5212080"/>
            <a:ext cx="2112300" cy="2286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298"/>
        <p:cNvGrpSpPr/>
        <p:nvPr/>
      </p:nvGrpSpPr>
      <p:grpSpPr>
        <a:xfrm>
          <a:off x="0" y="0"/>
          <a:ext cx="0" cy="0"/>
          <a:chOff x="0" y="0"/>
          <a:chExt cx="0" cy="0"/>
        </a:xfrm>
      </p:grpSpPr>
      <p:sp>
        <p:nvSpPr>
          <p:cNvPr id="10299" name="Google Shape;10299;p6"/>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00" name="Google Shape;10300;p6"/>
          <p:cNvSpPr txBox="1">
            <a:spLocks noGrp="1"/>
          </p:cNvSpPr>
          <p:nvPr>
            <p:ph type="body" idx="1"/>
          </p:nvPr>
        </p:nvSpPr>
        <p:spPr>
          <a:xfrm>
            <a:off x="1066800" y="2103120"/>
            <a:ext cx="4755000" cy="37491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sz="1800"/>
            </a:lvl1pPr>
            <a:lvl2pPr marL="914400" lvl="1" indent="-330200" algn="l" rtl="0">
              <a:lnSpc>
                <a:spcPct val="100000"/>
              </a:lnSpc>
              <a:spcBef>
                <a:spcPts val="500"/>
              </a:spcBef>
              <a:spcAft>
                <a:spcPts val="0"/>
              </a:spcAft>
              <a:buSzPts val="1600"/>
              <a:buChar char="•"/>
              <a:defRPr sz="1600"/>
            </a:lvl2pPr>
            <a:lvl3pPr marL="1371600" lvl="2" indent="-317500" algn="l" rtl="0">
              <a:lnSpc>
                <a:spcPct val="100000"/>
              </a:lnSpc>
              <a:spcBef>
                <a:spcPts val="500"/>
              </a:spcBef>
              <a:spcAft>
                <a:spcPts val="0"/>
              </a:spcAft>
              <a:buSzPts val="1400"/>
              <a:buChar char="•"/>
              <a:defRPr sz="1400"/>
            </a:lvl3pPr>
            <a:lvl4pPr marL="1828800" lvl="3" indent="-317500" algn="l" rtl="0">
              <a:lnSpc>
                <a:spcPct val="100000"/>
              </a:lnSpc>
              <a:spcBef>
                <a:spcPts val="500"/>
              </a:spcBef>
              <a:spcAft>
                <a:spcPts val="0"/>
              </a:spcAft>
              <a:buSzPts val="1400"/>
              <a:buChar char="•"/>
              <a:defRPr sz="1400"/>
            </a:lvl4pPr>
            <a:lvl5pPr marL="2286000" lvl="4" indent="-317500" algn="l" rtl="0">
              <a:lnSpc>
                <a:spcPct val="100000"/>
              </a:lnSpc>
              <a:spcBef>
                <a:spcPts val="500"/>
              </a:spcBef>
              <a:spcAft>
                <a:spcPts val="0"/>
              </a:spcAft>
              <a:buSzPts val="1400"/>
              <a:buChar char="•"/>
              <a:defRPr sz="1400"/>
            </a:lvl5pPr>
            <a:lvl6pPr marL="2743200" lvl="5" indent="-317500" algn="l" rtl="0">
              <a:lnSpc>
                <a:spcPct val="100000"/>
              </a:lnSpc>
              <a:spcBef>
                <a:spcPts val="500"/>
              </a:spcBef>
              <a:spcAft>
                <a:spcPts val="0"/>
              </a:spcAft>
              <a:buSzPts val="1400"/>
              <a:buChar char="•"/>
              <a:defRPr sz="1400"/>
            </a:lvl6pPr>
            <a:lvl7pPr marL="3200400" lvl="6" indent="-317500" algn="l" rtl="0">
              <a:lnSpc>
                <a:spcPct val="100000"/>
              </a:lnSpc>
              <a:spcBef>
                <a:spcPts val="500"/>
              </a:spcBef>
              <a:spcAft>
                <a:spcPts val="0"/>
              </a:spcAft>
              <a:buSzPts val="1400"/>
              <a:buChar char="•"/>
              <a:defRPr sz="1400"/>
            </a:lvl7pPr>
            <a:lvl8pPr marL="3657600" lvl="7" indent="-317500" algn="l" rtl="0">
              <a:lnSpc>
                <a:spcPct val="100000"/>
              </a:lnSpc>
              <a:spcBef>
                <a:spcPts val="500"/>
              </a:spcBef>
              <a:spcAft>
                <a:spcPts val="0"/>
              </a:spcAft>
              <a:buSzPts val="1400"/>
              <a:buChar char="•"/>
              <a:defRPr sz="1400"/>
            </a:lvl8pPr>
            <a:lvl9pPr marL="4114800" lvl="8" indent="-317500" algn="l" rtl="0">
              <a:lnSpc>
                <a:spcPct val="100000"/>
              </a:lnSpc>
              <a:spcBef>
                <a:spcPts val="500"/>
              </a:spcBef>
              <a:spcAft>
                <a:spcPts val="0"/>
              </a:spcAft>
              <a:buSzPts val="1400"/>
              <a:buChar char="•"/>
              <a:defRPr sz="1400"/>
            </a:lvl9pPr>
          </a:lstStyle>
          <a:p>
            <a:endParaRPr/>
          </a:p>
        </p:txBody>
      </p:sp>
      <p:sp>
        <p:nvSpPr>
          <p:cNvPr id="10301" name="Google Shape;10301;p6"/>
          <p:cNvSpPr txBox="1">
            <a:spLocks noGrp="1"/>
          </p:cNvSpPr>
          <p:nvPr>
            <p:ph type="body" idx="2"/>
          </p:nvPr>
        </p:nvSpPr>
        <p:spPr>
          <a:xfrm>
            <a:off x="6370320" y="2103120"/>
            <a:ext cx="4755000" cy="37491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sz="1800"/>
            </a:lvl1pPr>
            <a:lvl2pPr marL="914400" lvl="1" indent="-330200" algn="l" rtl="0">
              <a:lnSpc>
                <a:spcPct val="100000"/>
              </a:lnSpc>
              <a:spcBef>
                <a:spcPts val="500"/>
              </a:spcBef>
              <a:spcAft>
                <a:spcPts val="0"/>
              </a:spcAft>
              <a:buSzPts val="1600"/>
              <a:buChar char="•"/>
              <a:defRPr sz="1600"/>
            </a:lvl2pPr>
            <a:lvl3pPr marL="1371600" lvl="2" indent="-317500" algn="l" rtl="0">
              <a:lnSpc>
                <a:spcPct val="100000"/>
              </a:lnSpc>
              <a:spcBef>
                <a:spcPts val="500"/>
              </a:spcBef>
              <a:spcAft>
                <a:spcPts val="0"/>
              </a:spcAft>
              <a:buSzPts val="1400"/>
              <a:buChar char="•"/>
              <a:defRPr sz="1400"/>
            </a:lvl3pPr>
            <a:lvl4pPr marL="1828800" lvl="3" indent="-317500" algn="l" rtl="0">
              <a:lnSpc>
                <a:spcPct val="100000"/>
              </a:lnSpc>
              <a:spcBef>
                <a:spcPts val="500"/>
              </a:spcBef>
              <a:spcAft>
                <a:spcPts val="0"/>
              </a:spcAft>
              <a:buSzPts val="1400"/>
              <a:buChar char="•"/>
              <a:defRPr sz="1400"/>
            </a:lvl4pPr>
            <a:lvl5pPr marL="2286000" lvl="4" indent="-317500" algn="l" rtl="0">
              <a:lnSpc>
                <a:spcPct val="100000"/>
              </a:lnSpc>
              <a:spcBef>
                <a:spcPts val="500"/>
              </a:spcBef>
              <a:spcAft>
                <a:spcPts val="0"/>
              </a:spcAft>
              <a:buSzPts val="1400"/>
              <a:buChar char="•"/>
              <a:defRPr sz="1400"/>
            </a:lvl5pPr>
            <a:lvl6pPr marL="2743200" lvl="5" indent="-317500" algn="l" rtl="0">
              <a:lnSpc>
                <a:spcPct val="100000"/>
              </a:lnSpc>
              <a:spcBef>
                <a:spcPts val="500"/>
              </a:spcBef>
              <a:spcAft>
                <a:spcPts val="0"/>
              </a:spcAft>
              <a:buSzPts val="1400"/>
              <a:buChar char="•"/>
              <a:defRPr sz="1400"/>
            </a:lvl6pPr>
            <a:lvl7pPr marL="3200400" lvl="6" indent="-317500" algn="l" rtl="0">
              <a:lnSpc>
                <a:spcPct val="100000"/>
              </a:lnSpc>
              <a:spcBef>
                <a:spcPts val="500"/>
              </a:spcBef>
              <a:spcAft>
                <a:spcPts val="0"/>
              </a:spcAft>
              <a:buSzPts val="1400"/>
              <a:buChar char="•"/>
              <a:defRPr sz="1400"/>
            </a:lvl7pPr>
            <a:lvl8pPr marL="3657600" lvl="7" indent="-317500" algn="l" rtl="0">
              <a:lnSpc>
                <a:spcPct val="100000"/>
              </a:lnSpc>
              <a:spcBef>
                <a:spcPts val="500"/>
              </a:spcBef>
              <a:spcAft>
                <a:spcPts val="0"/>
              </a:spcAft>
              <a:buSzPts val="1400"/>
              <a:buChar char="•"/>
              <a:defRPr sz="1400"/>
            </a:lvl8pPr>
            <a:lvl9pPr marL="4114800" lvl="8" indent="-317500" algn="l" rtl="0">
              <a:lnSpc>
                <a:spcPct val="100000"/>
              </a:lnSpc>
              <a:spcBef>
                <a:spcPts val="500"/>
              </a:spcBef>
              <a:spcAft>
                <a:spcPts val="0"/>
              </a:spcAft>
              <a:buSzPts val="1400"/>
              <a:buChar char="•"/>
              <a:defRPr sz="1400"/>
            </a:lvl9pPr>
          </a:lstStyle>
          <a:p>
            <a:endParaRPr/>
          </a:p>
        </p:txBody>
      </p:sp>
      <p:sp>
        <p:nvSpPr>
          <p:cNvPr id="10302" name="Google Shape;10302;p6"/>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03" name="Google Shape;10303;p6"/>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04" name="Google Shape;10304;p6"/>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305"/>
        <p:cNvGrpSpPr/>
        <p:nvPr/>
      </p:nvGrpSpPr>
      <p:grpSpPr>
        <a:xfrm>
          <a:off x="0" y="0"/>
          <a:ext cx="0" cy="0"/>
          <a:chOff x="0" y="0"/>
          <a:chExt cx="0" cy="0"/>
        </a:xfrm>
      </p:grpSpPr>
      <p:sp>
        <p:nvSpPr>
          <p:cNvPr id="10306" name="Google Shape;10306;p7"/>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07" name="Google Shape;10307;p7"/>
          <p:cNvSpPr txBox="1">
            <a:spLocks noGrp="1"/>
          </p:cNvSpPr>
          <p:nvPr>
            <p:ph type="body" idx="1"/>
          </p:nvPr>
        </p:nvSpPr>
        <p:spPr>
          <a:xfrm>
            <a:off x="1069848" y="2074334"/>
            <a:ext cx="4755000" cy="640200"/>
          </a:xfrm>
          <a:prstGeom prst="rect">
            <a:avLst/>
          </a:prstGeom>
          <a:noFill/>
          <a:ln>
            <a:noFill/>
          </a:ln>
        </p:spPr>
        <p:txBody>
          <a:bodyPr spcFirstLastPara="1" wrap="square" lIns="91425" tIns="45700" rIns="91425" bIns="45700" anchor="ctr" anchorCtr="0">
            <a:normAutofit/>
          </a:bodyPr>
          <a:lstStyle>
            <a:lvl1pPr marL="457200" lvl="0" indent="-228600" algn="ctr" rtl="0">
              <a:lnSpc>
                <a:spcPct val="100000"/>
              </a:lnSpc>
              <a:spcBef>
                <a:spcPts val="0"/>
              </a:spcBef>
              <a:spcAft>
                <a:spcPts val="0"/>
              </a:spcAft>
              <a:buSzPts val="1800"/>
              <a:buNone/>
              <a:defRPr sz="1800" b="0">
                <a:solidFill>
                  <a:schemeClr val="lt2"/>
                </a:solidFill>
                <a:latin typeface="Century Gothic"/>
                <a:ea typeface="Century Gothic"/>
                <a:cs typeface="Century Gothic"/>
                <a:sym typeface="Century Gothic"/>
              </a:defRPr>
            </a:lvl1pPr>
            <a:lvl2pPr marL="914400" lvl="1" indent="-228600" algn="l" rtl="0">
              <a:lnSpc>
                <a:spcPct val="100000"/>
              </a:lnSpc>
              <a:spcBef>
                <a:spcPts val="500"/>
              </a:spcBef>
              <a:spcAft>
                <a:spcPts val="0"/>
              </a:spcAft>
              <a:buSzPts val="1800"/>
              <a:buNone/>
              <a:defRPr sz="1800" b="1"/>
            </a:lvl2pPr>
            <a:lvl3pPr marL="1371600" lvl="2" indent="-228600" algn="l" rtl="0">
              <a:lnSpc>
                <a:spcPct val="100000"/>
              </a:lnSpc>
              <a:spcBef>
                <a:spcPts val="500"/>
              </a:spcBef>
              <a:spcAft>
                <a:spcPts val="0"/>
              </a:spcAft>
              <a:buSzPts val="1800"/>
              <a:buNone/>
              <a:defRPr sz="1800" b="1"/>
            </a:lvl3pPr>
            <a:lvl4pPr marL="1828800" lvl="3" indent="-228600" algn="l" rtl="0">
              <a:lnSpc>
                <a:spcPct val="100000"/>
              </a:lnSpc>
              <a:spcBef>
                <a:spcPts val="500"/>
              </a:spcBef>
              <a:spcAft>
                <a:spcPts val="0"/>
              </a:spcAft>
              <a:buSzPts val="1600"/>
              <a:buNone/>
              <a:defRPr sz="1600" b="1"/>
            </a:lvl4pPr>
            <a:lvl5pPr marL="2286000" lvl="4" indent="-228600" algn="l" rtl="0">
              <a:lnSpc>
                <a:spcPct val="100000"/>
              </a:lnSpc>
              <a:spcBef>
                <a:spcPts val="500"/>
              </a:spcBef>
              <a:spcAft>
                <a:spcPts val="0"/>
              </a:spcAft>
              <a:buSzPts val="1600"/>
              <a:buNone/>
              <a:defRPr sz="1600" b="1"/>
            </a:lvl5pPr>
            <a:lvl6pPr marL="2743200" lvl="5" indent="-228600" algn="l" rtl="0">
              <a:lnSpc>
                <a:spcPct val="100000"/>
              </a:lnSpc>
              <a:spcBef>
                <a:spcPts val="500"/>
              </a:spcBef>
              <a:spcAft>
                <a:spcPts val="0"/>
              </a:spcAft>
              <a:buSzPts val="1600"/>
              <a:buNone/>
              <a:defRPr sz="1600" b="1"/>
            </a:lvl6pPr>
            <a:lvl7pPr marL="3200400" lvl="6" indent="-228600" algn="l" rtl="0">
              <a:lnSpc>
                <a:spcPct val="100000"/>
              </a:lnSpc>
              <a:spcBef>
                <a:spcPts val="500"/>
              </a:spcBef>
              <a:spcAft>
                <a:spcPts val="0"/>
              </a:spcAft>
              <a:buSzPts val="1600"/>
              <a:buNone/>
              <a:defRPr sz="1600" b="1"/>
            </a:lvl7pPr>
            <a:lvl8pPr marL="3657600" lvl="7" indent="-228600" algn="l" rtl="0">
              <a:lnSpc>
                <a:spcPct val="100000"/>
              </a:lnSpc>
              <a:spcBef>
                <a:spcPts val="500"/>
              </a:spcBef>
              <a:spcAft>
                <a:spcPts val="0"/>
              </a:spcAft>
              <a:buSzPts val="1600"/>
              <a:buNone/>
              <a:defRPr sz="1600" b="1"/>
            </a:lvl8pPr>
            <a:lvl9pPr marL="4114800" lvl="8" indent="-228600" algn="l" rtl="0">
              <a:lnSpc>
                <a:spcPct val="100000"/>
              </a:lnSpc>
              <a:spcBef>
                <a:spcPts val="500"/>
              </a:spcBef>
              <a:spcAft>
                <a:spcPts val="0"/>
              </a:spcAft>
              <a:buSzPts val="1600"/>
              <a:buNone/>
              <a:defRPr sz="1600" b="1"/>
            </a:lvl9pPr>
          </a:lstStyle>
          <a:p>
            <a:endParaRPr/>
          </a:p>
        </p:txBody>
      </p:sp>
      <p:sp>
        <p:nvSpPr>
          <p:cNvPr id="10308" name="Google Shape;10308;p7"/>
          <p:cNvSpPr txBox="1">
            <a:spLocks noGrp="1"/>
          </p:cNvSpPr>
          <p:nvPr>
            <p:ph type="body" idx="2"/>
          </p:nvPr>
        </p:nvSpPr>
        <p:spPr>
          <a:xfrm>
            <a:off x="1069848" y="2755898"/>
            <a:ext cx="4755000" cy="32004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sz="1800"/>
            </a:lvl1pPr>
            <a:lvl2pPr marL="914400" lvl="1" indent="-330200" algn="l" rtl="0">
              <a:lnSpc>
                <a:spcPct val="100000"/>
              </a:lnSpc>
              <a:spcBef>
                <a:spcPts val="500"/>
              </a:spcBef>
              <a:spcAft>
                <a:spcPts val="0"/>
              </a:spcAft>
              <a:buSzPts val="1600"/>
              <a:buChar char="•"/>
              <a:defRPr sz="1600"/>
            </a:lvl2pPr>
            <a:lvl3pPr marL="1371600" lvl="2" indent="-317500" algn="l" rtl="0">
              <a:lnSpc>
                <a:spcPct val="100000"/>
              </a:lnSpc>
              <a:spcBef>
                <a:spcPts val="500"/>
              </a:spcBef>
              <a:spcAft>
                <a:spcPts val="0"/>
              </a:spcAft>
              <a:buSzPts val="1400"/>
              <a:buChar char="•"/>
              <a:defRPr sz="1400"/>
            </a:lvl3pPr>
            <a:lvl4pPr marL="1828800" lvl="3" indent="-317500" algn="l" rtl="0">
              <a:lnSpc>
                <a:spcPct val="100000"/>
              </a:lnSpc>
              <a:spcBef>
                <a:spcPts val="500"/>
              </a:spcBef>
              <a:spcAft>
                <a:spcPts val="0"/>
              </a:spcAft>
              <a:buSzPts val="1400"/>
              <a:buChar char="•"/>
              <a:defRPr sz="1400"/>
            </a:lvl4pPr>
            <a:lvl5pPr marL="2286000" lvl="4" indent="-317500" algn="l" rtl="0">
              <a:lnSpc>
                <a:spcPct val="100000"/>
              </a:lnSpc>
              <a:spcBef>
                <a:spcPts val="500"/>
              </a:spcBef>
              <a:spcAft>
                <a:spcPts val="0"/>
              </a:spcAft>
              <a:buSzPts val="1400"/>
              <a:buChar char="•"/>
              <a:defRPr sz="1400"/>
            </a:lvl5pPr>
            <a:lvl6pPr marL="2743200" lvl="5" indent="-317500" algn="l" rtl="0">
              <a:lnSpc>
                <a:spcPct val="100000"/>
              </a:lnSpc>
              <a:spcBef>
                <a:spcPts val="500"/>
              </a:spcBef>
              <a:spcAft>
                <a:spcPts val="0"/>
              </a:spcAft>
              <a:buSzPts val="1400"/>
              <a:buChar char="•"/>
              <a:defRPr sz="1400"/>
            </a:lvl6pPr>
            <a:lvl7pPr marL="3200400" lvl="6" indent="-317500" algn="l" rtl="0">
              <a:lnSpc>
                <a:spcPct val="100000"/>
              </a:lnSpc>
              <a:spcBef>
                <a:spcPts val="500"/>
              </a:spcBef>
              <a:spcAft>
                <a:spcPts val="0"/>
              </a:spcAft>
              <a:buSzPts val="1400"/>
              <a:buChar char="•"/>
              <a:defRPr sz="1400"/>
            </a:lvl7pPr>
            <a:lvl8pPr marL="3657600" lvl="7" indent="-317500" algn="l" rtl="0">
              <a:lnSpc>
                <a:spcPct val="100000"/>
              </a:lnSpc>
              <a:spcBef>
                <a:spcPts val="500"/>
              </a:spcBef>
              <a:spcAft>
                <a:spcPts val="0"/>
              </a:spcAft>
              <a:buSzPts val="1400"/>
              <a:buChar char="•"/>
              <a:defRPr sz="1400"/>
            </a:lvl8pPr>
            <a:lvl9pPr marL="4114800" lvl="8" indent="-317500" algn="l" rtl="0">
              <a:lnSpc>
                <a:spcPct val="100000"/>
              </a:lnSpc>
              <a:spcBef>
                <a:spcPts val="500"/>
              </a:spcBef>
              <a:spcAft>
                <a:spcPts val="0"/>
              </a:spcAft>
              <a:buSzPts val="1400"/>
              <a:buChar char="•"/>
              <a:defRPr sz="1400"/>
            </a:lvl9pPr>
          </a:lstStyle>
          <a:p>
            <a:endParaRPr/>
          </a:p>
        </p:txBody>
      </p:sp>
      <p:sp>
        <p:nvSpPr>
          <p:cNvPr id="10309" name="Google Shape;10309;p7"/>
          <p:cNvSpPr txBox="1">
            <a:spLocks noGrp="1"/>
          </p:cNvSpPr>
          <p:nvPr>
            <p:ph type="body" idx="3"/>
          </p:nvPr>
        </p:nvSpPr>
        <p:spPr>
          <a:xfrm>
            <a:off x="6373368" y="2074334"/>
            <a:ext cx="4755000" cy="640200"/>
          </a:xfrm>
          <a:prstGeom prst="rect">
            <a:avLst/>
          </a:prstGeom>
          <a:noFill/>
          <a:ln>
            <a:noFill/>
          </a:ln>
        </p:spPr>
        <p:txBody>
          <a:bodyPr spcFirstLastPara="1" wrap="square" lIns="91425" tIns="45700" rIns="91425" bIns="45700" anchor="ctr" anchorCtr="0">
            <a:normAutofit/>
          </a:bodyPr>
          <a:lstStyle>
            <a:lvl1pPr marL="457200" lvl="0" indent="-228600" algn="ctr" rtl="0">
              <a:lnSpc>
                <a:spcPct val="100000"/>
              </a:lnSpc>
              <a:spcBef>
                <a:spcPts val="0"/>
              </a:spcBef>
              <a:spcAft>
                <a:spcPts val="0"/>
              </a:spcAft>
              <a:buSzPts val="1800"/>
              <a:buNone/>
              <a:defRPr sz="1800" b="0">
                <a:solidFill>
                  <a:schemeClr val="lt2"/>
                </a:solidFill>
              </a:defRPr>
            </a:lvl1pPr>
            <a:lvl2pPr marL="914400" lvl="1" indent="-228600" algn="l" rtl="0">
              <a:lnSpc>
                <a:spcPct val="100000"/>
              </a:lnSpc>
              <a:spcBef>
                <a:spcPts val="500"/>
              </a:spcBef>
              <a:spcAft>
                <a:spcPts val="0"/>
              </a:spcAft>
              <a:buSzPts val="1800"/>
              <a:buNone/>
              <a:defRPr sz="1800" b="1"/>
            </a:lvl2pPr>
            <a:lvl3pPr marL="1371600" lvl="2" indent="-228600" algn="l" rtl="0">
              <a:lnSpc>
                <a:spcPct val="100000"/>
              </a:lnSpc>
              <a:spcBef>
                <a:spcPts val="500"/>
              </a:spcBef>
              <a:spcAft>
                <a:spcPts val="0"/>
              </a:spcAft>
              <a:buSzPts val="1800"/>
              <a:buNone/>
              <a:defRPr sz="1800" b="1"/>
            </a:lvl3pPr>
            <a:lvl4pPr marL="1828800" lvl="3" indent="-228600" algn="l" rtl="0">
              <a:lnSpc>
                <a:spcPct val="100000"/>
              </a:lnSpc>
              <a:spcBef>
                <a:spcPts val="500"/>
              </a:spcBef>
              <a:spcAft>
                <a:spcPts val="0"/>
              </a:spcAft>
              <a:buSzPts val="1600"/>
              <a:buNone/>
              <a:defRPr sz="1600" b="1"/>
            </a:lvl4pPr>
            <a:lvl5pPr marL="2286000" lvl="4" indent="-228600" algn="l" rtl="0">
              <a:lnSpc>
                <a:spcPct val="100000"/>
              </a:lnSpc>
              <a:spcBef>
                <a:spcPts val="500"/>
              </a:spcBef>
              <a:spcAft>
                <a:spcPts val="0"/>
              </a:spcAft>
              <a:buSzPts val="1600"/>
              <a:buNone/>
              <a:defRPr sz="1600" b="1"/>
            </a:lvl5pPr>
            <a:lvl6pPr marL="2743200" lvl="5" indent="-228600" algn="l" rtl="0">
              <a:lnSpc>
                <a:spcPct val="100000"/>
              </a:lnSpc>
              <a:spcBef>
                <a:spcPts val="500"/>
              </a:spcBef>
              <a:spcAft>
                <a:spcPts val="0"/>
              </a:spcAft>
              <a:buSzPts val="1600"/>
              <a:buNone/>
              <a:defRPr sz="1600" b="1"/>
            </a:lvl6pPr>
            <a:lvl7pPr marL="3200400" lvl="6" indent="-228600" algn="l" rtl="0">
              <a:lnSpc>
                <a:spcPct val="100000"/>
              </a:lnSpc>
              <a:spcBef>
                <a:spcPts val="500"/>
              </a:spcBef>
              <a:spcAft>
                <a:spcPts val="0"/>
              </a:spcAft>
              <a:buSzPts val="1600"/>
              <a:buNone/>
              <a:defRPr sz="1600" b="1"/>
            </a:lvl7pPr>
            <a:lvl8pPr marL="3657600" lvl="7" indent="-228600" algn="l" rtl="0">
              <a:lnSpc>
                <a:spcPct val="100000"/>
              </a:lnSpc>
              <a:spcBef>
                <a:spcPts val="500"/>
              </a:spcBef>
              <a:spcAft>
                <a:spcPts val="0"/>
              </a:spcAft>
              <a:buSzPts val="1600"/>
              <a:buNone/>
              <a:defRPr sz="1600" b="1"/>
            </a:lvl8pPr>
            <a:lvl9pPr marL="4114800" lvl="8" indent="-228600" algn="l" rtl="0">
              <a:lnSpc>
                <a:spcPct val="100000"/>
              </a:lnSpc>
              <a:spcBef>
                <a:spcPts val="500"/>
              </a:spcBef>
              <a:spcAft>
                <a:spcPts val="0"/>
              </a:spcAft>
              <a:buSzPts val="1600"/>
              <a:buNone/>
              <a:defRPr sz="1600" b="1"/>
            </a:lvl9pPr>
          </a:lstStyle>
          <a:p>
            <a:endParaRPr/>
          </a:p>
        </p:txBody>
      </p:sp>
      <p:sp>
        <p:nvSpPr>
          <p:cNvPr id="10310" name="Google Shape;10310;p7"/>
          <p:cNvSpPr txBox="1">
            <a:spLocks noGrp="1"/>
          </p:cNvSpPr>
          <p:nvPr>
            <p:ph type="body" idx="4"/>
          </p:nvPr>
        </p:nvSpPr>
        <p:spPr>
          <a:xfrm>
            <a:off x="6373368" y="2756581"/>
            <a:ext cx="4755000" cy="32004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sz="1800"/>
            </a:lvl1pPr>
            <a:lvl2pPr marL="914400" lvl="1" indent="-330200" algn="l" rtl="0">
              <a:lnSpc>
                <a:spcPct val="100000"/>
              </a:lnSpc>
              <a:spcBef>
                <a:spcPts val="500"/>
              </a:spcBef>
              <a:spcAft>
                <a:spcPts val="0"/>
              </a:spcAft>
              <a:buSzPts val="1600"/>
              <a:buChar char="•"/>
              <a:defRPr sz="1600"/>
            </a:lvl2pPr>
            <a:lvl3pPr marL="1371600" lvl="2" indent="-317500" algn="l" rtl="0">
              <a:lnSpc>
                <a:spcPct val="100000"/>
              </a:lnSpc>
              <a:spcBef>
                <a:spcPts val="500"/>
              </a:spcBef>
              <a:spcAft>
                <a:spcPts val="0"/>
              </a:spcAft>
              <a:buSzPts val="1400"/>
              <a:buChar char="•"/>
              <a:defRPr sz="1400"/>
            </a:lvl3pPr>
            <a:lvl4pPr marL="1828800" lvl="3" indent="-317500" algn="l" rtl="0">
              <a:lnSpc>
                <a:spcPct val="100000"/>
              </a:lnSpc>
              <a:spcBef>
                <a:spcPts val="500"/>
              </a:spcBef>
              <a:spcAft>
                <a:spcPts val="0"/>
              </a:spcAft>
              <a:buSzPts val="1400"/>
              <a:buChar char="•"/>
              <a:defRPr sz="1400"/>
            </a:lvl4pPr>
            <a:lvl5pPr marL="2286000" lvl="4" indent="-317500" algn="l" rtl="0">
              <a:lnSpc>
                <a:spcPct val="100000"/>
              </a:lnSpc>
              <a:spcBef>
                <a:spcPts val="500"/>
              </a:spcBef>
              <a:spcAft>
                <a:spcPts val="0"/>
              </a:spcAft>
              <a:buSzPts val="1400"/>
              <a:buChar char="•"/>
              <a:defRPr sz="1400"/>
            </a:lvl5pPr>
            <a:lvl6pPr marL="2743200" lvl="5" indent="-317500" algn="l" rtl="0">
              <a:lnSpc>
                <a:spcPct val="100000"/>
              </a:lnSpc>
              <a:spcBef>
                <a:spcPts val="500"/>
              </a:spcBef>
              <a:spcAft>
                <a:spcPts val="0"/>
              </a:spcAft>
              <a:buSzPts val="1400"/>
              <a:buChar char="•"/>
              <a:defRPr sz="1400"/>
            </a:lvl6pPr>
            <a:lvl7pPr marL="3200400" lvl="6" indent="-317500" algn="l" rtl="0">
              <a:lnSpc>
                <a:spcPct val="100000"/>
              </a:lnSpc>
              <a:spcBef>
                <a:spcPts val="500"/>
              </a:spcBef>
              <a:spcAft>
                <a:spcPts val="0"/>
              </a:spcAft>
              <a:buSzPts val="1400"/>
              <a:buChar char="•"/>
              <a:defRPr sz="1400"/>
            </a:lvl7pPr>
            <a:lvl8pPr marL="3657600" lvl="7" indent="-317500" algn="l" rtl="0">
              <a:lnSpc>
                <a:spcPct val="100000"/>
              </a:lnSpc>
              <a:spcBef>
                <a:spcPts val="500"/>
              </a:spcBef>
              <a:spcAft>
                <a:spcPts val="0"/>
              </a:spcAft>
              <a:buSzPts val="1400"/>
              <a:buChar char="•"/>
              <a:defRPr sz="1400"/>
            </a:lvl8pPr>
            <a:lvl9pPr marL="4114800" lvl="8" indent="-317500" algn="l" rtl="0">
              <a:lnSpc>
                <a:spcPct val="100000"/>
              </a:lnSpc>
              <a:spcBef>
                <a:spcPts val="500"/>
              </a:spcBef>
              <a:spcAft>
                <a:spcPts val="0"/>
              </a:spcAft>
              <a:buSzPts val="1400"/>
              <a:buChar char="•"/>
              <a:defRPr sz="1400"/>
            </a:lvl9pPr>
          </a:lstStyle>
          <a:p>
            <a:endParaRPr/>
          </a:p>
        </p:txBody>
      </p:sp>
      <p:sp>
        <p:nvSpPr>
          <p:cNvPr id="10311" name="Google Shape;10311;p7"/>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12" name="Google Shape;10312;p7"/>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13" name="Google Shape;10313;p7"/>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314"/>
        <p:cNvGrpSpPr/>
        <p:nvPr/>
      </p:nvGrpSpPr>
      <p:grpSpPr>
        <a:xfrm>
          <a:off x="0" y="0"/>
          <a:ext cx="0" cy="0"/>
          <a:chOff x="0" y="0"/>
          <a:chExt cx="0" cy="0"/>
        </a:xfrm>
      </p:grpSpPr>
      <p:sp>
        <p:nvSpPr>
          <p:cNvPr id="10315" name="Google Shape;10315;p8"/>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16" name="Google Shape;10316;p8"/>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17" name="Google Shape;10317;p8"/>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0318"/>
        <p:cNvGrpSpPr/>
        <p:nvPr/>
      </p:nvGrpSpPr>
      <p:grpSpPr>
        <a:xfrm>
          <a:off x="0" y="0"/>
          <a:ext cx="0" cy="0"/>
          <a:chOff x="0" y="0"/>
          <a:chExt cx="0" cy="0"/>
        </a:xfrm>
      </p:grpSpPr>
      <p:sp>
        <p:nvSpPr>
          <p:cNvPr id="10319" name="Google Shape;10319;p9"/>
          <p:cNvSpPr/>
          <p:nvPr/>
        </p:nvSpPr>
        <p:spPr>
          <a:xfrm>
            <a:off x="234693" y="237744"/>
            <a:ext cx="8633100" cy="6382500"/>
          </a:xfrm>
          <a:prstGeom prst="rect">
            <a:avLst/>
          </a:prstGeom>
          <a:solidFill>
            <a:schemeClr val="lt1"/>
          </a:solidFill>
          <a:ln w="9525" cap="flat" cmpd="sng">
            <a:solidFill>
              <a:srgbClr val="BFBFBF"/>
            </a:solidFill>
            <a:prstDash val="solid"/>
            <a:round/>
            <a:headEnd type="none" w="sm" len="sm"/>
            <a:tailEnd type="none" w="sm" len="sm"/>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0" name="Google Shape;10320;p9"/>
          <p:cNvSpPr/>
          <p:nvPr/>
        </p:nvSpPr>
        <p:spPr>
          <a:xfrm>
            <a:off x="371856" y="374904"/>
            <a:ext cx="8352900" cy="610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1" name="Google Shape;10321;p9"/>
          <p:cNvSpPr/>
          <p:nvPr/>
        </p:nvSpPr>
        <p:spPr>
          <a:xfrm>
            <a:off x="9020386" y="237744"/>
            <a:ext cx="2926200" cy="6382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2" name="Google Shape;10322;p9"/>
          <p:cNvSpPr txBox="1">
            <a:spLocks noGrp="1"/>
          </p:cNvSpPr>
          <p:nvPr>
            <p:ph type="title"/>
          </p:nvPr>
        </p:nvSpPr>
        <p:spPr>
          <a:xfrm>
            <a:off x="9296400" y="607392"/>
            <a:ext cx="2430900" cy="1645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800"/>
              <a:buFont typeface="Century Gothic"/>
              <a:buNone/>
              <a:defRPr sz="2800" b="0" cap="none">
                <a:solidFill>
                  <a:schemeClr val="dk1"/>
                </a:solidFill>
                <a:latin typeface="Century Gothic"/>
                <a:ea typeface="Century Gothic"/>
                <a:cs typeface="Century Gothic"/>
                <a:sym typeface="Century Gothic"/>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23" name="Google Shape;10323;p9"/>
          <p:cNvSpPr txBox="1">
            <a:spLocks noGrp="1"/>
          </p:cNvSpPr>
          <p:nvPr>
            <p:ph type="body" idx="1"/>
          </p:nvPr>
        </p:nvSpPr>
        <p:spPr>
          <a:xfrm>
            <a:off x="790575" y="704850"/>
            <a:ext cx="7563000" cy="5143500"/>
          </a:xfrm>
          <a:prstGeom prst="rect">
            <a:avLst/>
          </a:prstGeom>
          <a:noFill/>
          <a:ln>
            <a:noFill/>
          </a:ln>
        </p:spPr>
        <p:txBody>
          <a:bodyPr spcFirstLastPara="1" wrap="square" lIns="91425" tIns="45700" rIns="91425" bIns="45700" anchor="t" anchorCtr="0">
            <a:normAutofit/>
          </a:bodyPr>
          <a:lstStyle>
            <a:lvl1pPr marL="457200" lvl="0" indent="-349250" algn="l" rtl="0">
              <a:lnSpc>
                <a:spcPct val="100000"/>
              </a:lnSpc>
              <a:spcBef>
                <a:spcPts val="900"/>
              </a:spcBef>
              <a:spcAft>
                <a:spcPts val="0"/>
              </a:spcAft>
              <a:buSzPts val="1900"/>
              <a:buChar char="•"/>
              <a:defRPr sz="1900"/>
            </a:lvl1pPr>
            <a:lvl2pPr marL="914400" lvl="1" indent="-330200" algn="l" rtl="0">
              <a:lnSpc>
                <a:spcPct val="100000"/>
              </a:lnSpc>
              <a:spcBef>
                <a:spcPts val="500"/>
              </a:spcBef>
              <a:spcAft>
                <a:spcPts val="0"/>
              </a:spcAft>
              <a:buSzPts val="1600"/>
              <a:buChar char="•"/>
              <a:defRPr sz="1600"/>
            </a:lvl2pPr>
            <a:lvl3pPr marL="1371600" lvl="2" indent="-317500" algn="l" rtl="0">
              <a:lnSpc>
                <a:spcPct val="100000"/>
              </a:lnSpc>
              <a:spcBef>
                <a:spcPts val="500"/>
              </a:spcBef>
              <a:spcAft>
                <a:spcPts val="0"/>
              </a:spcAft>
              <a:buSzPts val="1400"/>
              <a:buChar char="•"/>
              <a:defRPr sz="1400"/>
            </a:lvl3pPr>
            <a:lvl4pPr marL="1828800" lvl="3" indent="-317500" algn="l" rtl="0">
              <a:lnSpc>
                <a:spcPct val="100000"/>
              </a:lnSpc>
              <a:spcBef>
                <a:spcPts val="500"/>
              </a:spcBef>
              <a:spcAft>
                <a:spcPts val="0"/>
              </a:spcAft>
              <a:buSzPts val="1400"/>
              <a:buChar char="•"/>
              <a:defRPr sz="1400"/>
            </a:lvl4pPr>
            <a:lvl5pPr marL="2286000" lvl="4" indent="-317500" algn="l" rtl="0">
              <a:lnSpc>
                <a:spcPct val="100000"/>
              </a:lnSpc>
              <a:spcBef>
                <a:spcPts val="500"/>
              </a:spcBef>
              <a:spcAft>
                <a:spcPts val="0"/>
              </a:spcAft>
              <a:buSzPts val="1400"/>
              <a:buChar char="•"/>
              <a:defRPr sz="1400"/>
            </a:lvl5pPr>
            <a:lvl6pPr marL="2743200" lvl="5" indent="-317500" algn="l" rtl="0">
              <a:lnSpc>
                <a:spcPct val="100000"/>
              </a:lnSpc>
              <a:spcBef>
                <a:spcPts val="500"/>
              </a:spcBef>
              <a:spcAft>
                <a:spcPts val="0"/>
              </a:spcAft>
              <a:buSzPts val="1400"/>
              <a:buChar char="•"/>
              <a:defRPr sz="1400"/>
            </a:lvl6pPr>
            <a:lvl7pPr marL="3200400" lvl="6" indent="-317500" algn="l" rtl="0">
              <a:lnSpc>
                <a:spcPct val="100000"/>
              </a:lnSpc>
              <a:spcBef>
                <a:spcPts val="500"/>
              </a:spcBef>
              <a:spcAft>
                <a:spcPts val="0"/>
              </a:spcAft>
              <a:buSzPts val="1400"/>
              <a:buChar char="•"/>
              <a:defRPr sz="1400"/>
            </a:lvl7pPr>
            <a:lvl8pPr marL="3657600" lvl="7" indent="-317500" algn="l" rtl="0">
              <a:lnSpc>
                <a:spcPct val="100000"/>
              </a:lnSpc>
              <a:spcBef>
                <a:spcPts val="500"/>
              </a:spcBef>
              <a:spcAft>
                <a:spcPts val="0"/>
              </a:spcAft>
              <a:buSzPts val="1400"/>
              <a:buChar char="•"/>
              <a:defRPr sz="1400"/>
            </a:lvl8pPr>
            <a:lvl9pPr marL="4114800" lvl="8" indent="-317500" algn="l" rtl="0">
              <a:lnSpc>
                <a:spcPct val="100000"/>
              </a:lnSpc>
              <a:spcBef>
                <a:spcPts val="500"/>
              </a:spcBef>
              <a:spcAft>
                <a:spcPts val="0"/>
              </a:spcAft>
              <a:buSzPts val="1400"/>
              <a:buChar char="•"/>
              <a:defRPr sz="1400"/>
            </a:lvl9pPr>
          </a:lstStyle>
          <a:p>
            <a:endParaRPr/>
          </a:p>
        </p:txBody>
      </p:sp>
      <p:sp>
        <p:nvSpPr>
          <p:cNvPr id="10324" name="Google Shape;10324;p9"/>
          <p:cNvSpPr txBox="1">
            <a:spLocks noGrp="1"/>
          </p:cNvSpPr>
          <p:nvPr>
            <p:ph type="body" idx="2"/>
          </p:nvPr>
        </p:nvSpPr>
        <p:spPr>
          <a:xfrm>
            <a:off x="9296400" y="2286000"/>
            <a:ext cx="2430900" cy="35052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800"/>
              </a:spcBef>
              <a:spcAft>
                <a:spcPts val="0"/>
              </a:spcAft>
              <a:buSzPts val="1400"/>
              <a:buNone/>
              <a:defRPr sz="1400">
                <a:solidFill>
                  <a:schemeClr val="dk1"/>
                </a:solidFill>
              </a:defRPr>
            </a:lvl1pPr>
            <a:lvl2pPr marL="914400" lvl="1" indent="-228600" algn="l" rtl="0">
              <a:lnSpc>
                <a:spcPct val="100000"/>
              </a:lnSpc>
              <a:spcBef>
                <a:spcPts val="500"/>
              </a:spcBef>
              <a:spcAft>
                <a:spcPts val="0"/>
              </a:spcAft>
              <a:buSzPts val="1200"/>
              <a:buNone/>
              <a:defRPr sz="1200"/>
            </a:lvl2pPr>
            <a:lvl3pPr marL="1371600" lvl="2" indent="-228600" algn="l" rtl="0">
              <a:lnSpc>
                <a:spcPct val="100000"/>
              </a:lnSpc>
              <a:spcBef>
                <a:spcPts val="500"/>
              </a:spcBef>
              <a:spcAft>
                <a:spcPts val="0"/>
              </a:spcAft>
              <a:buSzPts val="1000"/>
              <a:buNone/>
              <a:defRPr sz="1000"/>
            </a:lvl3pPr>
            <a:lvl4pPr marL="1828800" lvl="3" indent="-228600" algn="l" rtl="0">
              <a:lnSpc>
                <a:spcPct val="100000"/>
              </a:lnSpc>
              <a:spcBef>
                <a:spcPts val="500"/>
              </a:spcBef>
              <a:spcAft>
                <a:spcPts val="0"/>
              </a:spcAft>
              <a:buSzPts val="900"/>
              <a:buNone/>
              <a:defRPr sz="900"/>
            </a:lvl4pPr>
            <a:lvl5pPr marL="2286000" lvl="4" indent="-228600" algn="l" rtl="0">
              <a:lnSpc>
                <a:spcPct val="100000"/>
              </a:lnSpc>
              <a:spcBef>
                <a:spcPts val="500"/>
              </a:spcBef>
              <a:spcAft>
                <a:spcPts val="0"/>
              </a:spcAft>
              <a:buSzPts val="900"/>
              <a:buNone/>
              <a:defRPr sz="900"/>
            </a:lvl5pPr>
            <a:lvl6pPr marL="2743200" lvl="5" indent="-228600" algn="l" rtl="0">
              <a:lnSpc>
                <a:spcPct val="100000"/>
              </a:lnSpc>
              <a:spcBef>
                <a:spcPts val="500"/>
              </a:spcBef>
              <a:spcAft>
                <a:spcPts val="0"/>
              </a:spcAft>
              <a:buSzPts val="900"/>
              <a:buNone/>
              <a:defRPr sz="900"/>
            </a:lvl6pPr>
            <a:lvl7pPr marL="3200400" lvl="6" indent="-228600" algn="l" rtl="0">
              <a:lnSpc>
                <a:spcPct val="100000"/>
              </a:lnSpc>
              <a:spcBef>
                <a:spcPts val="500"/>
              </a:spcBef>
              <a:spcAft>
                <a:spcPts val="0"/>
              </a:spcAft>
              <a:buSzPts val="900"/>
              <a:buNone/>
              <a:defRPr sz="900"/>
            </a:lvl7pPr>
            <a:lvl8pPr marL="3657600" lvl="7" indent="-228600" algn="l" rtl="0">
              <a:lnSpc>
                <a:spcPct val="100000"/>
              </a:lnSpc>
              <a:spcBef>
                <a:spcPts val="500"/>
              </a:spcBef>
              <a:spcAft>
                <a:spcPts val="0"/>
              </a:spcAft>
              <a:buSzPts val="900"/>
              <a:buNone/>
              <a:defRPr sz="900"/>
            </a:lvl8pPr>
            <a:lvl9pPr marL="4114800" lvl="8" indent="-228600" algn="l" rtl="0">
              <a:lnSpc>
                <a:spcPct val="100000"/>
              </a:lnSpc>
              <a:spcBef>
                <a:spcPts val="500"/>
              </a:spcBef>
              <a:spcAft>
                <a:spcPts val="0"/>
              </a:spcAft>
              <a:buSzPts val="900"/>
              <a:buNone/>
              <a:defRPr sz="900"/>
            </a:lvl9pPr>
          </a:lstStyle>
          <a:p>
            <a:endParaRPr/>
          </a:p>
        </p:txBody>
      </p:sp>
      <p:sp>
        <p:nvSpPr>
          <p:cNvPr id="10325" name="Google Shape;10325;p9"/>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26" name="Google Shape;10326;p9"/>
          <p:cNvSpPr txBox="1">
            <a:spLocks noGrp="1"/>
          </p:cNvSpPr>
          <p:nvPr>
            <p:ph type="ftr" idx="11"/>
          </p:nvPr>
        </p:nvSpPr>
        <p:spPr>
          <a:xfrm>
            <a:off x="3439158" y="6214535"/>
            <a:ext cx="5184600" cy="2559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27" name="Google Shape;10327;p9"/>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dk2"/>
                </a:solidFill>
                <a:latin typeface="Century Gothic"/>
                <a:ea typeface="Century Gothic"/>
                <a:cs typeface="Century Gothic"/>
                <a:sym typeface="Century Gothic"/>
              </a:defRPr>
            </a:lvl1pPr>
            <a:lvl2pPr marL="0" lvl="1" indent="0" algn="r" rtl="0">
              <a:spcBef>
                <a:spcPts val="0"/>
              </a:spcBef>
              <a:buNone/>
              <a:defRPr sz="1000">
                <a:solidFill>
                  <a:schemeClr val="dk2"/>
                </a:solidFill>
                <a:latin typeface="Century Gothic"/>
                <a:ea typeface="Century Gothic"/>
                <a:cs typeface="Century Gothic"/>
                <a:sym typeface="Century Gothic"/>
              </a:defRPr>
            </a:lvl2pPr>
            <a:lvl3pPr marL="0" lvl="2" indent="0" algn="r" rtl="0">
              <a:spcBef>
                <a:spcPts val="0"/>
              </a:spcBef>
              <a:buNone/>
              <a:defRPr sz="1000">
                <a:solidFill>
                  <a:schemeClr val="dk2"/>
                </a:solidFill>
                <a:latin typeface="Century Gothic"/>
                <a:ea typeface="Century Gothic"/>
                <a:cs typeface="Century Gothic"/>
                <a:sym typeface="Century Gothic"/>
              </a:defRPr>
            </a:lvl3pPr>
            <a:lvl4pPr marL="0" lvl="3" indent="0" algn="r" rtl="0">
              <a:spcBef>
                <a:spcPts val="0"/>
              </a:spcBef>
              <a:buNone/>
              <a:defRPr sz="1000">
                <a:solidFill>
                  <a:schemeClr val="dk2"/>
                </a:solidFill>
                <a:latin typeface="Century Gothic"/>
                <a:ea typeface="Century Gothic"/>
                <a:cs typeface="Century Gothic"/>
                <a:sym typeface="Century Gothic"/>
              </a:defRPr>
            </a:lvl4pPr>
            <a:lvl5pPr marL="0" lvl="4" indent="0" algn="r" rtl="0">
              <a:spcBef>
                <a:spcPts val="0"/>
              </a:spcBef>
              <a:buNone/>
              <a:defRPr sz="1000">
                <a:solidFill>
                  <a:schemeClr val="dk2"/>
                </a:solidFill>
                <a:latin typeface="Century Gothic"/>
                <a:ea typeface="Century Gothic"/>
                <a:cs typeface="Century Gothic"/>
                <a:sym typeface="Century Gothic"/>
              </a:defRPr>
            </a:lvl5pPr>
            <a:lvl6pPr marL="0" lvl="5" indent="0" algn="r" rtl="0">
              <a:spcBef>
                <a:spcPts val="0"/>
              </a:spcBef>
              <a:buNone/>
              <a:defRPr sz="1000">
                <a:solidFill>
                  <a:schemeClr val="dk2"/>
                </a:solidFill>
                <a:latin typeface="Century Gothic"/>
                <a:ea typeface="Century Gothic"/>
                <a:cs typeface="Century Gothic"/>
                <a:sym typeface="Century Gothic"/>
              </a:defRPr>
            </a:lvl6pPr>
            <a:lvl7pPr marL="0" lvl="6" indent="0" algn="r" rtl="0">
              <a:spcBef>
                <a:spcPts val="0"/>
              </a:spcBef>
              <a:buNone/>
              <a:defRPr sz="1000">
                <a:solidFill>
                  <a:schemeClr val="dk2"/>
                </a:solidFill>
                <a:latin typeface="Century Gothic"/>
                <a:ea typeface="Century Gothic"/>
                <a:cs typeface="Century Gothic"/>
                <a:sym typeface="Century Gothic"/>
              </a:defRPr>
            </a:lvl7pPr>
            <a:lvl8pPr marL="0" lvl="7" indent="0" algn="r" rtl="0">
              <a:spcBef>
                <a:spcPts val="0"/>
              </a:spcBef>
              <a:buNone/>
              <a:defRPr sz="1000">
                <a:solidFill>
                  <a:schemeClr val="dk2"/>
                </a:solidFill>
                <a:latin typeface="Century Gothic"/>
                <a:ea typeface="Century Gothic"/>
                <a:cs typeface="Century Gothic"/>
                <a:sym typeface="Century Gothic"/>
              </a:defRPr>
            </a:lvl8pPr>
            <a:lvl9pPr marL="0" lvl="8" indent="0" algn="r" rtl="0">
              <a:spcBef>
                <a:spcPts val="0"/>
              </a:spcBef>
              <a:buNone/>
              <a:defRPr sz="1000">
                <a:solidFill>
                  <a:schemeClr val="dk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10328" name="Google Shape;10328;p9"/>
          <p:cNvSpPr/>
          <p:nvPr/>
        </p:nvSpPr>
        <p:spPr>
          <a:xfrm>
            <a:off x="9157546" y="374904"/>
            <a:ext cx="2651700" cy="6108300"/>
          </a:xfrm>
          <a:prstGeom prst="rect">
            <a:avLst/>
          </a:prstGeom>
          <a:noFill/>
          <a:ln w="9525" cap="sq" cmpd="sng">
            <a:solidFill>
              <a:srgbClr val="FEFEFE"/>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0329"/>
        <p:cNvGrpSpPr/>
        <p:nvPr/>
      </p:nvGrpSpPr>
      <p:grpSpPr>
        <a:xfrm>
          <a:off x="0" y="0"/>
          <a:ext cx="0" cy="0"/>
          <a:chOff x="0" y="0"/>
          <a:chExt cx="0" cy="0"/>
        </a:xfrm>
      </p:grpSpPr>
      <p:sp>
        <p:nvSpPr>
          <p:cNvPr id="10330" name="Google Shape;10330;p10"/>
          <p:cNvSpPr/>
          <p:nvPr/>
        </p:nvSpPr>
        <p:spPr>
          <a:xfrm>
            <a:off x="9020386" y="237744"/>
            <a:ext cx="2926200" cy="6382500"/>
          </a:xfrm>
          <a:prstGeom prst="rect">
            <a:avLst/>
          </a:prstGeom>
          <a:solidFill>
            <a:schemeClr val="lt1"/>
          </a:solidFill>
          <a:ln w="9525" cap="sq" cmpd="sng">
            <a:solidFill>
              <a:srgbClr val="BFBFBF"/>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1" name="Google Shape;10331;p10"/>
          <p:cNvSpPr/>
          <p:nvPr/>
        </p:nvSpPr>
        <p:spPr>
          <a:xfrm>
            <a:off x="9157546" y="374904"/>
            <a:ext cx="2651700" cy="610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2" name="Google Shape;10332;p10"/>
          <p:cNvSpPr txBox="1">
            <a:spLocks noGrp="1"/>
          </p:cNvSpPr>
          <p:nvPr>
            <p:ph type="title"/>
          </p:nvPr>
        </p:nvSpPr>
        <p:spPr>
          <a:xfrm>
            <a:off x="9296400" y="603504"/>
            <a:ext cx="2432400" cy="16458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1"/>
              </a:buClr>
              <a:buSzPts val="2800"/>
              <a:buFont typeface="Century Gothic"/>
              <a:buNone/>
              <a:defRPr sz="2800" b="0">
                <a:solidFill>
                  <a:schemeClr val="lt1"/>
                </a:solidFill>
                <a:latin typeface="Century Gothic"/>
                <a:ea typeface="Century Gothic"/>
                <a:cs typeface="Century Gothic"/>
                <a:sym typeface="Century Gothic"/>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33" name="Google Shape;10333;p10"/>
          <p:cNvSpPr>
            <a:spLocks noGrp="1"/>
          </p:cNvSpPr>
          <p:nvPr>
            <p:ph type="pic" idx="2"/>
          </p:nvPr>
        </p:nvSpPr>
        <p:spPr>
          <a:xfrm>
            <a:off x="228599" y="237744"/>
            <a:ext cx="8601000" cy="6382500"/>
          </a:xfrm>
          <a:prstGeom prst="rect">
            <a:avLst/>
          </a:prstGeom>
          <a:solidFill>
            <a:srgbClr val="808080"/>
          </a:solidFill>
          <a:ln>
            <a:noFill/>
          </a:ln>
        </p:spPr>
      </p:sp>
      <p:sp>
        <p:nvSpPr>
          <p:cNvPr id="10334" name="Google Shape;10334;p10"/>
          <p:cNvSpPr txBox="1">
            <a:spLocks noGrp="1"/>
          </p:cNvSpPr>
          <p:nvPr>
            <p:ph type="body" idx="1"/>
          </p:nvPr>
        </p:nvSpPr>
        <p:spPr>
          <a:xfrm>
            <a:off x="9296400" y="2286000"/>
            <a:ext cx="2432400" cy="35022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800"/>
              </a:spcBef>
              <a:spcAft>
                <a:spcPts val="0"/>
              </a:spcAft>
              <a:buSzPts val="1400"/>
              <a:buNone/>
              <a:defRPr sz="1400">
                <a:solidFill>
                  <a:schemeClr val="lt1"/>
                </a:solidFill>
              </a:defRPr>
            </a:lvl1pPr>
            <a:lvl2pPr marL="914400" lvl="1" indent="-228600" algn="l" rtl="0">
              <a:lnSpc>
                <a:spcPct val="100000"/>
              </a:lnSpc>
              <a:spcBef>
                <a:spcPts val="500"/>
              </a:spcBef>
              <a:spcAft>
                <a:spcPts val="0"/>
              </a:spcAft>
              <a:buSzPts val="1200"/>
              <a:buNone/>
              <a:defRPr sz="1200"/>
            </a:lvl2pPr>
            <a:lvl3pPr marL="1371600" lvl="2" indent="-228600" algn="l" rtl="0">
              <a:lnSpc>
                <a:spcPct val="100000"/>
              </a:lnSpc>
              <a:spcBef>
                <a:spcPts val="500"/>
              </a:spcBef>
              <a:spcAft>
                <a:spcPts val="0"/>
              </a:spcAft>
              <a:buSzPts val="1000"/>
              <a:buNone/>
              <a:defRPr sz="1000"/>
            </a:lvl3pPr>
            <a:lvl4pPr marL="1828800" lvl="3" indent="-228600" algn="l" rtl="0">
              <a:lnSpc>
                <a:spcPct val="100000"/>
              </a:lnSpc>
              <a:spcBef>
                <a:spcPts val="500"/>
              </a:spcBef>
              <a:spcAft>
                <a:spcPts val="0"/>
              </a:spcAft>
              <a:buSzPts val="900"/>
              <a:buNone/>
              <a:defRPr sz="900"/>
            </a:lvl4pPr>
            <a:lvl5pPr marL="2286000" lvl="4" indent="-228600" algn="l" rtl="0">
              <a:lnSpc>
                <a:spcPct val="100000"/>
              </a:lnSpc>
              <a:spcBef>
                <a:spcPts val="500"/>
              </a:spcBef>
              <a:spcAft>
                <a:spcPts val="0"/>
              </a:spcAft>
              <a:buSzPts val="900"/>
              <a:buNone/>
              <a:defRPr sz="900"/>
            </a:lvl5pPr>
            <a:lvl6pPr marL="2743200" lvl="5" indent="-228600" algn="l" rtl="0">
              <a:lnSpc>
                <a:spcPct val="100000"/>
              </a:lnSpc>
              <a:spcBef>
                <a:spcPts val="500"/>
              </a:spcBef>
              <a:spcAft>
                <a:spcPts val="0"/>
              </a:spcAft>
              <a:buSzPts val="900"/>
              <a:buNone/>
              <a:defRPr sz="900"/>
            </a:lvl6pPr>
            <a:lvl7pPr marL="3200400" lvl="6" indent="-228600" algn="l" rtl="0">
              <a:lnSpc>
                <a:spcPct val="100000"/>
              </a:lnSpc>
              <a:spcBef>
                <a:spcPts val="500"/>
              </a:spcBef>
              <a:spcAft>
                <a:spcPts val="0"/>
              </a:spcAft>
              <a:buSzPts val="900"/>
              <a:buNone/>
              <a:defRPr sz="900"/>
            </a:lvl7pPr>
            <a:lvl8pPr marL="3657600" lvl="7" indent="-228600" algn="l" rtl="0">
              <a:lnSpc>
                <a:spcPct val="100000"/>
              </a:lnSpc>
              <a:spcBef>
                <a:spcPts val="500"/>
              </a:spcBef>
              <a:spcAft>
                <a:spcPts val="0"/>
              </a:spcAft>
              <a:buSzPts val="900"/>
              <a:buNone/>
              <a:defRPr sz="900"/>
            </a:lvl8pPr>
            <a:lvl9pPr marL="4114800" lvl="8" indent="-228600" algn="l" rtl="0">
              <a:lnSpc>
                <a:spcPct val="100000"/>
              </a:lnSpc>
              <a:spcBef>
                <a:spcPts val="500"/>
              </a:spcBef>
              <a:spcAft>
                <a:spcPts val="0"/>
              </a:spcAft>
              <a:buSzPts val="900"/>
              <a:buNone/>
              <a:defRPr sz="900"/>
            </a:lvl9pPr>
          </a:lstStyle>
          <a:p>
            <a:endParaRPr/>
          </a:p>
        </p:txBody>
      </p:sp>
      <p:sp>
        <p:nvSpPr>
          <p:cNvPr id="10335" name="Google Shape;10335;p10"/>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rgbClr val="FFFFFF"/>
                </a:solidFill>
                <a:effectLst>
                  <a:outerShdw blurRad="19050" dist="6350" dir="2700000" algn="tl" rotWithShape="0">
                    <a:prstClr val="black">
                      <a:alpha val="40000"/>
                    </a:prstClr>
                  </a:outerShdw>
                </a:effectLst>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36" name="Google Shape;10336;p10"/>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sz="1000">
                <a:solidFill>
                  <a:srgbClr val="FFFFFF"/>
                </a:solidFill>
                <a:effectLst>
                  <a:outerShdw blurRad="19050" dist="6350" dir="2700000" algn="tl" rotWithShape="0">
                    <a:prstClr val="black">
                      <a:alpha val="40000"/>
                    </a:prstClr>
                  </a:outerShdw>
                </a:effectLst>
                <a:latin typeface="Century Gothic"/>
                <a:ea typeface="Century Gothic"/>
                <a:cs typeface="Century Gothic"/>
                <a:sym typeface="Century Gothic"/>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37" name="Google Shape;10337;p10"/>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38"/>
        <p:cNvGrpSpPr/>
        <p:nvPr/>
      </p:nvGrpSpPr>
      <p:grpSpPr>
        <a:xfrm>
          <a:off x="0" y="0"/>
          <a:ext cx="0" cy="0"/>
          <a:chOff x="0" y="0"/>
          <a:chExt cx="0" cy="0"/>
        </a:xfrm>
      </p:grpSpPr>
      <p:sp>
        <p:nvSpPr>
          <p:cNvPr id="10339" name="Google Shape;10339;p11"/>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40" name="Google Shape;10340;p11"/>
          <p:cNvSpPr txBox="1">
            <a:spLocks noGrp="1"/>
          </p:cNvSpPr>
          <p:nvPr>
            <p:ph type="body" idx="1"/>
          </p:nvPr>
        </p:nvSpPr>
        <p:spPr>
          <a:xfrm rot="5400000">
            <a:off x="4130100" y="-960180"/>
            <a:ext cx="3931800" cy="100584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a:lvl1pPr>
            <a:lvl2pPr marL="914400" lvl="1" indent="-342900" algn="l" rtl="0">
              <a:lnSpc>
                <a:spcPct val="100000"/>
              </a:lnSpc>
              <a:spcBef>
                <a:spcPts val="500"/>
              </a:spcBef>
              <a:spcAft>
                <a:spcPts val="0"/>
              </a:spcAft>
              <a:buSzPts val="1800"/>
              <a:buChar char="•"/>
              <a:defRPr/>
            </a:lvl2pPr>
            <a:lvl3pPr marL="1371600" lvl="2" indent="-342900" algn="l" rtl="0">
              <a:lnSpc>
                <a:spcPct val="100000"/>
              </a:lnSpc>
              <a:spcBef>
                <a:spcPts val="500"/>
              </a:spcBef>
              <a:spcAft>
                <a:spcPts val="0"/>
              </a:spcAft>
              <a:buSzPts val="1800"/>
              <a:buChar char="•"/>
              <a:defRPr/>
            </a:lvl3pPr>
            <a:lvl4pPr marL="1828800" lvl="3" indent="-342900" algn="l" rtl="0">
              <a:lnSpc>
                <a:spcPct val="100000"/>
              </a:lnSpc>
              <a:spcBef>
                <a:spcPts val="500"/>
              </a:spcBef>
              <a:spcAft>
                <a:spcPts val="0"/>
              </a:spcAft>
              <a:buSzPts val="1800"/>
              <a:buChar char="•"/>
              <a:defRPr/>
            </a:lvl4pPr>
            <a:lvl5pPr marL="2286000" lvl="4" indent="-342900" algn="l" rtl="0">
              <a:lnSpc>
                <a:spcPct val="100000"/>
              </a:lnSpc>
              <a:spcBef>
                <a:spcPts val="500"/>
              </a:spcBef>
              <a:spcAft>
                <a:spcPts val="0"/>
              </a:spcAft>
              <a:buSzPts val="1800"/>
              <a:buChar char="•"/>
              <a:defRPr/>
            </a:lvl5pPr>
            <a:lvl6pPr marL="2743200" lvl="5" indent="-342900" algn="l" rtl="0">
              <a:lnSpc>
                <a:spcPct val="100000"/>
              </a:lnSpc>
              <a:spcBef>
                <a:spcPts val="500"/>
              </a:spcBef>
              <a:spcAft>
                <a:spcPts val="0"/>
              </a:spcAft>
              <a:buSzPts val="1800"/>
              <a:buChar char="•"/>
              <a:defRPr/>
            </a:lvl6pPr>
            <a:lvl7pPr marL="3200400" lvl="6" indent="-342900" algn="l" rtl="0">
              <a:lnSpc>
                <a:spcPct val="100000"/>
              </a:lnSpc>
              <a:spcBef>
                <a:spcPts val="500"/>
              </a:spcBef>
              <a:spcAft>
                <a:spcPts val="0"/>
              </a:spcAft>
              <a:buSzPts val="1800"/>
              <a:buChar char="•"/>
              <a:defRPr/>
            </a:lvl7pPr>
            <a:lvl8pPr marL="3657600" lvl="7" indent="-342900" algn="l" rtl="0">
              <a:lnSpc>
                <a:spcPct val="100000"/>
              </a:lnSpc>
              <a:spcBef>
                <a:spcPts val="500"/>
              </a:spcBef>
              <a:spcAft>
                <a:spcPts val="0"/>
              </a:spcAft>
              <a:buSzPts val="1800"/>
              <a:buChar char="•"/>
              <a:defRPr/>
            </a:lvl8pPr>
            <a:lvl9pPr marL="4114800" lvl="8" indent="-342900" algn="l" rtl="0">
              <a:lnSpc>
                <a:spcPct val="100000"/>
              </a:lnSpc>
              <a:spcBef>
                <a:spcPts val="500"/>
              </a:spcBef>
              <a:spcAft>
                <a:spcPts val="0"/>
              </a:spcAft>
              <a:buSzPts val="1800"/>
              <a:buChar char="•"/>
              <a:defRPr/>
            </a:lvl9pPr>
          </a:lstStyle>
          <a:p>
            <a:endParaRPr/>
          </a:p>
        </p:txBody>
      </p:sp>
      <p:sp>
        <p:nvSpPr>
          <p:cNvPr id="10341" name="Google Shape;10341;p11"/>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42" name="Google Shape;10342;p11"/>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43" name="Google Shape;10343;p11"/>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344"/>
        <p:cNvGrpSpPr/>
        <p:nvPr/>
      </p:nvGrpSpPr>
      <p:grpSpPr>
        <a:xfrm>
          <a:off x="0" y="0"/>
          <a:ext cx="0" cy="0"/>
          <a:chOff x="0" y="0"/>
          <a:chExt cx="0" cy="0"/>
        </a:xfrm>
      </p:grpSpPr>
      <p:sp>
        <p:nvSpPr>
          <p:cNvPr id="10345" name="Google Shape;10345;p12"/>
          <p:cNvSpPr txBox="1">
            <a:spLocks noGrp="1"/>
          </p:cNvSpPr>
          <p:nvPr>
            <p:ph type="title"/>
          </p:nvPr>
        </p:nvSpPr>
        <p:spPr>
          <a:xfrm rot="5400000">
            <a:off x="7543800" y="2209800"/>
            <a:ext cx="5257800" cy="23622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46" name="Google Shape;10346;p12"/>
          <p:cNvSpPr txBox="1">
            <a:spLocks noGrp="1"/>
          </p:cNvSpPr>
          <p:nvPr>
            <p:ph type="body" idx="1"/>
          </p:nvPr>
        </p:nvSpPr>
        <p:spPr>
          <a:xfrm rot="5400000">
            <a:off x="2247900" y="-647700"/>
            <a:ext cx="5257800" cy="80772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900"/>
              </a:spcBef>
              <a:spcAft>
                <a:spcPts val="0"/>
              </a:spcAft>
              <a:buSzPts val="1800"/>
              <a:buChar char="•"/>
              <a:defRPr/>
            </a:lvl1pPr>
            <a:lvl2pPr marL="914400" lvl="1" indent="-342900" algn="l" rtl="0">
              <a:lnSpc>
                <a:spcPct val="100000"/>
              </a:lnSpc>
              <a:spcBef>
                <a:spcPts val="500"/>
              </a:spcBef>
              <a:spcAft>
                <a:spcPts val="0"/>
              </a:spcAft>
              <a:buSzPts val="1800"/>
              <a:buChar char="•"/>
              <a:defRPr/>
            </a:lvl2pPr>
            <a:lvl3pPr marL="1371600" lvl="2" indent="-342900" algn="l" rtl="0">
              <a:lnSpc>
                <a:spcPct val="100000"/>
              </a:lnSpc>
              <a:spcBef>
                <a:spcPts val="500"/>
              </a:spcBef>
              <a:spcAft>
                <a:spcPts val="0"/>
              </a:spcAft>
              <a:buSzPts val="1800"/>
              <a:buChar char="•"/>
              <a:defRPr/>
            </a:lvl3pPr>
            <a:lvl4pPr marL="1828800" lvl="3" indent="-342900" algn="l" rtl="0">
              <a:lnSpc>
                <a:spcPct val="100000"/>
              </a:lnSpc>
              <a:spcBef>
                <a:spcPts val="500"/>
              </a:spcBef>
              <a:spcAft>
                <a:spcPts val="0"/>
              </a:spcAft>
              <a:buSzPts val="1800"/>
              <a:buChar char="•"/>
              <a:defRPr/>
            </a:lvl4pPr>
            <a:lvl5pPr marL="2286000" lvl="4" indent="-342900" algn="l" rtl="0">
              <a:lnSpc>
                <a:spcPct val="100000"/>
              </a:lnSpc>
              <a:spcBef>
                <a:spcPts val="500"/>
              </a:spcBef>
              <a:spcAft>
                <a:spcPts val="0"/>
              </a:spcAft>
              <a:buSzPts val="1800"/>
              <a:buChar char="•"/>
              <a:defRPr/>
            </a:lvl5pPr>
            <a:lvl6pPr marL="2743200" lvl="5" indent="-342900" algn="l" rtl="0">
              <a:lnSpc>
                <a:spcPct val="100000"/>
              </a:lnSpc>
              <a:spcBef>
                <a:spcPts val="500"/>
              </a:spcBef>
              <a:spcAft>
                <a:spcPts val="0"/>
              </a:spcAft>
              <a:buSzPts val="1800"/>
              <a:buChar char="•"/>
              <a:defRPr/>
            </a:lvl6pPr>
            <a:lvl7pPr marL="3200400" lvl="6" indent="-342900" algn="l" rtl="0">
              <a:lnSpc>
                <a:spcPct val="100000"/>
              </a:lnSpc>
              <a:spcBef>
                <a:spcPts val="500"/>
              </a:spcBef>
              <a:spcAft>
                <a:spcPts val="0"/>
              </a:spcAft>
              <a:buSzPts val="1800"/>
              <a:buChar char="•"/>
              <a:defRPr/>
            </a:lvl7pPr>
            <a:lvl8pPr marL="3657600" lvl="7" indent="-342900" algn="l" rtl="0">
              <a:lnSpc>
                <a:spcPct val="100000"/>
              </a:lnSpc>
              <a:spcBef>
                <a:spcPts val="500"/>
              </a:spcBef>
              <a:spcAft>
                <a:spcPts val="0"/>
              </a:spcAft>
              <a:buSzPts val="1800"/>
              <a:buChar char="•"/>
              <a:defRPr/>
            </a:lvl8pPr>
            <a:lvl9pPr marL="4114800" lvl="8" indent="-342900" algn="l" rtl="0">
              <a:lnSpc>
                <a:spcPct val="100000"/>
              </a:lnSpc>
              <a:spcBef>
                <a:spcPts val="500"/>
              </a:spcBef>
              <a:spcAft>
                <a:spcPts val="0"/>
              </a:spcAft>
              <a:buSzPts val="1800"/>
              <a:buChar char="•"/>
              <a:defRPr/>
            </a:lvl9pPr>
          </a:lstStyle>
          <a:p>
            <a:endParaRPr/>
          </a:p>
        </p:txBody>
      </p:sp>
      <p:sp>
        <p:nvSpPr>
          <p:cNvPr id="10347" name="Google Shape;10347;p12"/>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48" name="Google Shape;10348;p12"/>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lvl="0" algn="ctr" rtl="0">
              <a:spcBef>
                <a:spcPts val="0"/>
              </a:spcBef>
              <a:spcAft>
                <a:spcPts val="0"/>
              </a:spcAft>
              <a:buSzPts val="1400"/>
              <a:buNone/>
              <a:defRPr>
                <a:solidFill>
                  <a:schemeClr val="lt2"/>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49" name="Google Shape;10349;p12"/>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1000">
                <a:solidFill>
                  <a:schemeClr val="lt2"/>
                </a:solidFill>
                <a:latin typeface="Century Gothic"/>
                <a:ea typeface="Century Gothic"/>
                <a:cs typeface="Century Gothic"/>
                <a:sym typeface="Century Gothic"/>
              </a:defRPr>
            </a:lvl1pPr>
            <a:lvl2pPr marL="0" lvl="1" indent="0" algn="r" rtl="0">
              <a:spcBef>
                <a:spcPts val="0"/>
              </a:spcBef>
              <a:buNone/>
              <a:defRPr sz="1000">
                <a:solidFill>
                  <a:schemeClr val="lt2"/>
                </a:solidFill>
                <a:latin typeface="Century Gothic"/>
                <a:ea typeface="Century Gothic"/>
                <a:cs typeface="Century Gothic"/>
                <a:sym typeface="Century Gothic"/>
              </a:defRPr>
            </a:lvl2pPr>
            <a:lvl3pPr marL="0" lvl="2" indent="0" algn="r" rtl="0">
              <a:spcBef>
                <a:spcPts val="0"/>
              </a:spcBef>
              <a:buNone/>
              <a:defRPr sz="1000">
                <a:solidFill>
                  <a:schemeClr val="lt2"/>
                </a:solidFill>
                <a:latin typeface="Century Gothic"/>
                <a:ea typeface="Century Gothic"/>
                <a:cs typeface="Century Gothic"/>
                <a:sym typeface="Century Gothic"/>
              </a:defRPr>
            </a:lvl3pPr>
            <a:lvl4pPr marL="0" lvl="3" indent="0" algn="r" rtl="0">
              <a:spcBef>
                <a:spcPts val="0"/>
              </a:spcBef>
              <a:buNone/>
              <a:defRPr sz="1000">
                <a:solidFill>
                  <a:schemeClr val="lt2"/>
                </a:solidFill>
                <a:latin typeface="Century Gothic"/>
                <a:ea typeface="Century Gothic"/>
                <a:cs typeface="Century Gothic"/>
                <a:sym typeface="Century Gothic"/>
              </a:defRPr>
            </a:lvl4pPr>
            <a:lvl5pPr marL="0" lvl="4" indent="0" algn="r" rtl="0">
              <a:spcBef>
                <a:spcPts val="0"/>
              </a:spcBef>
              <a:buNone/>
              <a:defRPr sz="1000">
                <a:solidFill>
                  <a:schemeClr val="lt2"/>
                </a:solidFill>
                <a:latin typeface="Century Gothic"/>
                <a:ea typeface="Century Gothic"/>
                <a:cs typeface="Century Gothic"/>
                <a:sym typeface="Century Gothic"/>
              </a:defRPr>
            </a:lvl5pPr>
            <a:lvl6pPr marL="0" lvl="5" indent="0" algn="r" rtl="0">
              <a:spcBef>
                <a:spcPts val="0"/>
              </a:spcBef>
              <a:buNone/>
              <a:defRPr sz="1000">
                <a:solidFill>
                  <a:schemeClr val="lt2"/>
                </a:solidFill>
                <a:latin typeface="Century Gothic"/>
                <a:ea typeface="Century Gothic"/>
                <a:cs typeface="Century Gothic"/>
                <a:sym typeface="Century Gothic"/>
              </a:defRPr>
            </a:lvl6pPr>
            <a:lvl7pPr marL="0" lvl="6" indent="0" algn="r" rtl="0">
              <a:spcBef>
                <a:spcPts val="0"/>
              </a:spcBef>
              <a:buNone/>
              <a:defRPr sz="1000">
                <a:solidFill>
                  <a:schemeClr val="lt2"/>
                </a:solidFill>
                <a:latin typeface="Century Gothic"/>
                <a:ea typeface="Century Gothic"/>
                <a:cs typeface="Century Gothic"/>
                <a:sym typeface="Century Gothic"/>
              </a:defRPr>
            </a:lvl7pPr>
            <a:lvl8pPr marL="0" lvl="7" indent="0" algn="r" rtl="0">
              <a:spcBef>
                <a:spcPts val="0"/>
              </a:spcBef>
              <a:buNone/>
              <a:defRPr sz="1000">
                <a:solidFill>
                  <a:schemeClr val="lt2"/>
                </a:solidFill>
                <a:latin typeface="Century Gothic"/>
                <a:ea typeface="Century Gothic"/>
                <a:cs typeface="Century Gothic"/>
                <a:sym typeface="Century Gothic"/>
              </a:defRPr>
            </a:lvl8pPr>
            <a:lvl9pPr marL="0" lvl="8" indent="0" algn="r" rtl="0">
              <a:spcBef>
                <a:spcPts val="0"/>
              </a:spcBef>
              <a:buNone/>
              <a:defRPr sz="1000">
                <a:solidFill>
                  <a:schemeClr val="lt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51"/>
        <p:cNvGrpSpPr/>
        <p:nvPr/>
      </p:nvGrpSpPr>
      <p:grpSpPr>
        <a:xfrm>
          <a:off x="0" y="0"/>
          <a:ext cx="0" cy="0"/>
          <a:chOff x="0" y="0"/>
          <a:chExt cx="0" cy="0"/>
        </a:xfrm>
      </p:grpSpPr>
      <p:sp>
        <p:nvSpPr>
          <p:cNvPr id="10252" name="Google Shape;10252;p1"/>
          <p:cNvSpPr/>
          <p:nvPr/>
        </p:nvSpPr>
        <p:spPr>
          <a:xfrm>
            <a:off x="234696" y="237744"/>
            <a:ext cx="11722500" cy="6382500"/>
          </a:xfrm>
          <a:prstGeom prst="rect">
            <a:avLst/>
          </a:prstGeom>
          <a:solidFill>
            <a:schemeClr val="lt1"/>
          </a:solidFill>
          <a:ln w="9525" cap="flat" cmpd="sng">
            <a:solidFill>
              <a:srgbClr val="BFBFBF"/>
            </a:solidFill>
            <a:prstDash val="solid"/>
            <a:round/>
            <a:headEnd type="none" w="sm" len="sm"/>
            <a:tailEnd type="none" w="sm" len="sm"/>
          </a:ln>
          <a:effectLst>
            <a:softEdge rad="0"/>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3" name="Google Shape;10253;p1"/>
          <p:cNvSpPr/>
          <p:nvPr/>
        </p:nvSpPr>
        <p:spPr>
          <a:xfrm>
            <a:off x="371856" y="374904"/>
            <a:ext cx="11448300" cy="610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4" name="Google Shape;10254;p1"/>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800"/>
              <a:buFont typeface="Century Gothic"/>
              <a:buNone/>
              <a:defRPr sz="4800" b="0" i="0" u="none" strike="noStrike" cap="none">
                <a:solidFill>
                  <a:schemeClr val="lt1"/>
                </a:solidFill>
                <a:latin typeface="Century Gothic"/>
                <a:ea typeface="Century Gothic"/>
                <a:cs typeface="Century Gothic"/>
                <a:sym typeface="Century Gothic"/>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255" name="Google Shape;10255;p1"/>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900"/>
              </a:spcBef>
              <a:spcAft>
                <a:spcPts val="0"/>
              </a:spcAft>
              <a:buClr>
                <a:srgbClr val="EEEAE2"/>
              </a:buClr>
              <a:buSzPts val="1800"/>
              <a:buFont typeface="Arial"/>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lnSpc>
                <a:spcPct val="100000"/>
              </a:lnSpc>
              <a:spcBef>
                <a:spcPts val="500"/>
              </a:spcBef>
              <a:spcAft>
                <a:spcPts val="0"/>
              </a:spcAft>
              <a:buClr>
                <a:srgbClr val="EEEAE2"/>
              </a:buClr>
              <a:buSzPts val="1600"/>
              <a:buFont typeface="Arial"/>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lnSpc>
                <a:spcPct val="100000"/>
              </a:lnSpc>
              <a:spcBef>
                <a:spcPts val="500"/>
              </a:spcBef>
              <a:spcAft>
                <a:spcPts val="0"/>
              </a:spcAft>
              <a:buClr>
                <a:srgbClr val="EEEAE2"/>
              </a:buClr>
              <a:buSzPts val="1400"/>
              <a:buFont typeface="Arial"/>
              <a:buChar char="•"/>
              <a:defRPr sz="1400" b="0" i="0" u="none" strike="noStrike" cap="none">
                <a:solidFill>
                  <a:schemeClr val="lt1"/>
                </a:solidFill>
                <a:latin typeface="Century Gothic"/>
                <a:ea typeface="Century Gothic"/>
                <a:cs typeface="Century Gothic"/>
                <a:sym typeface="Century Gothic"/>
              </a:defRPr>
            </a:lvl3pPr>
            <a:lvl4pPr marL="1828800" marR="0" lvl="3" indent="-317500" algn="l" rtl="0">
              <a:lnSpc>
                <a:spcPct val="100000"/>
              </a:lnSpc>
              <a:spcBef>
                <a:spcPts val="500"/>
              </a:spcBef>
              <a:spcAft>
                <a:spcPts val="0"/>
              </a:spcAft>
              <a:buClr>
                <a:srgbClr val="EEEAE2"/>
              </a:buClr>
              <a:buSzPts val="1400"/>
              <a:buFont typeface="Arial"/>
              <a:buChar char="•"/>
              <a:defRPr sz="1400" b="0" i="0" u="none" strike="noStrike" cap="none">
                <a:solidFill>
                  <a:schemeClr val="lt1"/>
                </a:solidFill>
                <a:latin typeface="Century Gothic"/>
                <a:ea typeface="Century Gothic"/>
                <a:cs typeface="Century Gothic"/>
                <a:sym typeface="Century Gothic"/>
              </a:defRPr>
            </a:lvl4pPr>
            <a:lvl5pPr marL="2286000" marR="0" lvl="4" indent="-317500" algn="l" rtl="0">
              <a:lnSpc>
                <a:spcPct val="100000"/>
              </a:lnSpc>
              <a:spcBef>
                <a:spcPts val="500"/>
              </a:spcBef>
              <a:spcAft>
                <a:spcPts val="0"/>
              </a:spcAft>
              <a:buClr>
                <a:srgbClr val="EEEAE2"/>
              </a:buClr>
              <a:buSzPts val="1400"/>
              <a:buFont typeface="Arial"/>
              <a:buChar char="•"/>
              <a:defRPr sz="1400" b="0" i="0" u="none" strike="noStrike" cap="none">
                <a:solidFill>
                  <a:schemeClr val="lt1"/>
                </a:solidFill>
                <a:latin typeface="Century Gothic"/>
                <a:ea typeface="Century Gothic"/>
                <a:cs typeface="Century Gothic"/>
                <a:sym typeface="Century Gothic"/>
              </a:defRPr>
            </a:lvl5pPr>
            <a:lvl6pPr marL="2743200" marR="0" lvl="5" indent="-317500" algn="l" rtl="0">
              <a:lnSpc>
                <a:spcPct val="100000"/>
              </a:lnSpc>
              <a:spcBef>
                <a:spcPts val="500"/>
              </a:spcBef>
              <a:spcAft>
                <a:spcPts val="0"/>
              </a:spcAft>
              <a:buClr>
                <a:srgbClr val="EEEAE2"/>
              </a:buClr>
              <a:buSzPts val="1400"/>
              <a:buFont typeface="Arial"/>
              <a:buChar char="•"/>
              <a:defRPr sz="1400" b="0" i="0" u="none" strike="noStrike" cap="none">
                <a:solidFill>
                  <a:schemeClr val="dk1"/>
                </a:solidFill>
                <a:latin typeface="Century Gothic"/>
                <a:ea typeface="Century Gothic"/>
                <a:cs typeface="Century Gothic"/>
                <a:sym typeface="Century Gothic"/>
              </a:defRPr>
            </a:lvl6pPr>
            <a:lvl7pPr marL="3200400" marR="0" lvl="6" indent="-317500" algn="l" rtl="0">
              <a:lnSpc>
                <a:spcPct val="100000"/>
              </a:lnSpc>
              <a:spcBef>
                <a:spcPts val="500"/>
              </a:spcBef>
              <a:spcAft>
                <a:spcPts val="0"/>
              </a:spcAft>
              <a:buClr>
                <a:srgbClr val="EEEAE2"/>
              </a:buClr>
              <a:buSzPts val="1400"/>
              <a:buFont typeface="Arial"/>
              <a:buChar char="•"/>
              <a:defRPr sz="1400" b="0" i="0" u="none" strike="noStrike" cap="none">
                <a:solidFill>
                  <a:schemeClr val="dk1"/>
                </a:solidFill>
                <a:latin typeface="Century Gothic"/>
                <a:ea typeface="Century Gothic"/>
                <a:cs typeface="Century Gothic"/>
                <a:sym typeface="Century Gothic"/>
              </a:defRPr>
            </a:lvl7pPr>
            <a:lvl8pPr marL="3657600" marR="0" lvl="7" indent="-317500" algn="l" rtl="0">
              <a:lnSpc>
                <a:spcPct val="100000"/>
              </a:lnSpc>
              <a:spcBef>
                <a:spcPts val="500"/>
              </a:spcBef>
              <a:spcAft>
                <a:spcPts val="0"/>
              </a:spcAft>
              <a:buClr>
                <a:srgbClr val="EEEAE2"/>
              </a:buClr>
              <a:buSzPts val="1400"/>
              <a:buFont typeface="Arial"/>
              <a:buChar char="•"/>
              <a:defRPr sz="1400" b="0" i="0" u="none" strike="noStrike" cap="none">
                <a:solidFill>
                  <a:schemeClr val="dk1"/>
                </a:solidFill>
                <a:latin typeface="Century Gothic"/>
                <a:ea typeface="Century Gothic"/>
                <a:cs typeface="Century Gothic"/>
                <a:sym typeface="Century Gothic"/>
              </a:defRPr>
            </a:lvl8pPr>
            <a:lvl9pPr marL="4114800" marR="0" lvl="8" indent="-317500" algn="l" rtl="0">
              <a:lnSpc>
                <a:spcPct val="100000"/>
              </a:lnSpc>
              <a:spcBef>
                <a:spcPts val="500"/>
              </a:spcBef>
              <a:spcAft>
                <a:spcPts val="0"/>
              </a:spcAft>
              <a:buClr>
                <a:srgbClr val="EEEAE2"/>
              </a:buClr>
              <a:buSzPts val="1400"/>
              <a:buFont typeface="Arial"/>
              <a:buChar char="•"/>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0256" name="Google Shape;10256;p1"/>
          <p:cNvSpPr txBox="1">
            <a:spLocks noGrp="1"/>
          </p:cNvSpPr>
          <p:nvPr>
            <p:ph type="dt" idx="10"/>
          </p:nvPr>
        </p:nvSpPr>
        <p:spPr>
          <a:xfrm>
            <a:off x="389464" y="6214535"/>
            <a:ext cx="2743200" cy="255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257" name="Google Shape;10257;p1"/>
          <p:cNvSpPr txBox="1">
            <a:spLocks noGrp="1"/>
          </p:cNvSpPr>
          <p:nvPr>
            <p:ph type="ftr" idx="11"/>
          </p:nvPr>
        </p:nvSpPr>
        <p:spPr>
          <a:xfrm>
            <a:off x="3489960" y="6214535"/>
            <a:ext cx="5212200" cy="2559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000" b="0" i="0" u="none" strike="noStrike" cap="none">
                <a:solidFill>
                  <a:schemeClr val="dk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258" name="Google Shape;10258;p1"/>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i="0" u="none" strike="noStrike" cap="none">
                <a:solidFill>
                  <a:schemeClr val="dk2"/>
                </a:solidFill>
                <a:latin typeface="Century Gothic"/>
                <a:ea typeface="Century Gothic"/>
                <a:cs typeface="Century Gothic"/>
                <a:sym typeface="Century Gothic"/>
              </a:defRPr>
            </a:lvl1pPr>
            <a:lvl2pPr marL="0" marR="0" lvl="1" indent="0" algn="r" rtl="0">
              <a:spcBef>
                <a:spcPts val="0"/>
              </a:spcBef>
              <a:buNone/>
              <a:defRPr sz="1000" b="0" i="0" u="none" strike="noStrike" cap="none">
                <a:solidFill>
                  <a:schemeClr val="dk2"/>
                </a:solidFill>
                <a:latin typeface="Century Gothic"/>
                <a:ea typeface="Century Gothic"/>
                <a:cs typeface="Century Gothic"/>
                <a:sym typeface="Century Gothic"/>
              </a:defRPr>
            </a:lvl2pPr>
            <a:lvl3pPr marL="0" marR="0" lvl="2" indent="0" algn="r" rtl="0">
              <a:spcBef>
                <a:spcPts val="0"/>
              </a:spcBef>
              <a:buNone/>
              <a:defRPr sz="1000" b="0" i="0" u="none" strike="noStrike" cap="none">
                <a:solidFill>
                  <a:schemeClr val="dk2"/>
                </a:solidFill>
                <a:latin typeface="Century Gothic"/>
                <a:ea typeface="Century Gothic"/>
                <a:cs typeface="Century Gothic"/>
                <a:sym typeface="Century Gothic"/>
              </a:defRPr>
            </a:lvl3pPr>
            <a:lvl4pPr marL="0" marR="0" lvl="3" indent="0" algn="r" rtl="0">
              <a:spcBef>
                <a:spcPts val="0"/>
              </a:spcBef>
              <a:buNone/>
              <a:defRPr sz="1000" b="0" i="0" u="none" strike="noStrike" cap="none">
                <a:solidFill>
                  <a:schemeClr val="dk2"/>
                </a:solidFill>
                <a:latin typeface="Century Gothic"/>
                <a:ea typeface="Century Gothic"/>
                <a:cs typeface="Century Gothic"/>
                <a:sym typeface="Century Gothic"/>
              </a:defRPr>
            </a:lvl4pPr>
            <a:lvl5pPr marL="0" marR="0" lvl="4" indent="0" algn="r" rtl="0">
              <a:spcBef>
                <a:spcPts val="0"/>
              </a:spcBef>
              <a:buNone/>
              <a:defRPr sz="1000" b="0" i="0" u="none" strike="noStrike" cap="none">
                <a:solidFill>
                  <a:schemeClr val="dk2"/>
                </a:solidFill>
                <a:latin typeface="Century Gothic"/>
                <a:ea typeface="Century Gothic"/>
                <a:cs typeface="Century Gothic"/>
                <a:sym typeface="Century Gothic"/>
              </a:defRPr>
            </a:lvl5pPr>
            <a:lvl6pPr marL="0" marR="0" lvl="5" indent="0" algn="r" rtl="0">
              <a:spcBef>
                <a:spcPts val="0"/>
              </a:spcBef>
              <a:buNone/>
              <a:defRPr sz="1000" b="0" i="0" u="none" strike="noStrike" cap="none">
                <a:solidFill>
                  <a:schemeClr val="dk2"/>
                </a:solidFill>
                <a:latin typeface="Century Gothic"/>
                <a:ea typeface="Century Gothic"/>
                <a:cs typeface="Century Gothic"/>
                <a:sym typeface="Century Gothic"/>
              </a:defRPr>
            </a:lvl6pPr>
            <a:lvl7pPr marL="0" marR="0" lvl="6" indent="0" algn="r" rtl="0">
              <a:spcBef>
                <a:spcPts val="0"/>
              </a:spcBef>
              <a:buNone/>
              <a:defRPr sz="1000" b="0" i="0" u="none" strike="noStrike" cap="none">
                <a:solidFill>
                  <a:schemeClr val="dk2"/>
                </a:solidFill>
                <a:latin typeface="Century Gothic"/>
                <a:ea typeface="Century Gothic"/>
                <a:cs typeface="Century Gothic"/>
                <a:sym typeface="Century Gothic"/>
              </a:defRPr>
            </a:lvl7pPr>
            <a:lvl8pPr marL="0" marR="0" lvl="7" indent="0" algn="r" rtl="0">
              <a:spcBef>
                <a:spcPts val="0"/>
              </a:spcBef>
              <a:buNone/>
              <a:defRPr sz="1000" b="0" i="0" u="none" strike="noStrike" cap="none">
                <a:solidFill>
                  <a:schemeClr val="dk2"/>
                </a:solidFill>
                <a:latin typeface="Century Gothic"/>
                <a:ea typeface="Century Gothic"/>
                <a:cs typeface="Century Gothic"/>
                <a:sym typeface="Century Gothic"/>
              </a:defRPr>
            </a:lvl8pPr>
            <a:lvl9pPr marL="0" marR="0" lvl="8" indent="0" algn="r" rtl="0">
              <a:spcBef>
                <a:spcPts val="0"/>
              </a:spcBef>
              <a:buNone/>
              <a:defRPr sz="1000" b="0" i="0" u="none" strike="noStrike" cap="none">
                <a:solidFill>
                  <a:schemeClr val="dk2"/>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53"/>
        <p:cNvGrpSpPr/>
        <p:nvPr/>
      </p:nvGrpSpPr>
      <p:grpSpPr>
        <a:xfrm>
          <a:off x="0" y="0"/>
          <a:ext cx="0" cy="0"/>
          <a:chOff x="0" y="0"/>
          <a:chExt cx="0" cy="0"/>
        </a:xfrm>
      </p:grpSpPr>
      <p:sp>
        <p:nvSpPr>
          <p:cNvPr id="10354" name="Google Shape;10354;p13"/>
          <p:cNvSpPr txBox="1"/>
          <p:nvPr/>
        </p:nvSpPr>
        <p:spPr>
          <a:xfrm>
            <a:off x="812800" y="2057400"/>
            <a:ext cx="10363200" cy="36576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chemeClr val="lt1"/>
              </a:buClr>
              <a:buSzPts val="6000"/>
              <a:buFont typeface="Aharoni"/>
              <a:buNone/>
            </a:pPr>
            <a:r>
              <a:rPr lang="en-US" sz="6000" b="1" i="0" u="none" strike="noStrike" cap="none">
                <a:solidFill>
                  <a:schemeClr val="lt1"/>
                </a:solidFill>
                <a:latin typeface="Aharoni"/>
                <a:ea typeface="Aharoni"/>
                <a:cs typeface="Aharoni"/>
                <a:sym typeface="Aharoni"/>
              </a:rPr>
              <a:t>Haloalkanes and Haloarenes</a:t>
            </a:r>
            <a:endParaRPr sz="6000" b="1" i="0" u="none" strike="noStrike" cap="none">
              <a:solidFill>
                <a:schemeClr val="lt1"/>
              </a:solidFill>
              <a:latin typeface="Aharoni"/>
              <a:ea typeface="Aharoni"/>
              <a:cs typeface="Aharoni"/>
              <a:sym typeface="Aharon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65"/>
        <p:cNvGrpSpPr/>
        <p:nvPr/>
      </p:nvGrpSpPr>
      <p:grpSpPr>
        <a:xfrm>
          <a:off x="0" y="0"/>
          <a:ext cx="0" cy="0"/>
          <a:chOff x="0" y="0"/>
          <a:chExt cx="0" cy="0"/>
        </a:xfrm>
      </p:grpSpPr>
      <p:sp>
        <p:nvSpPr>
          <p:cNvPr id="10366" name="Google Shape;10366;p15"/>
          <p:cNvSpPr txBox="1">
            <a:spLocks noGrp="1"/>
          </p:cNvSpPr>
          <p:nvPr>
            <p:ph type="sldNum" idx="12"/>
          </p:nvPr>
        </p:nvSpPr>
        <p:spPr>
          <a:xfrm>
            <a:off x="10348535" y="6214535"/>
            <a:ext cx="1463100" cy="255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10367" name="Google Shape;10367;p15"/>
          <p:cNvSpPr/>
          <p:nvPr/>
        </p:nvSpPr>
        <p:spPr>
          <a:xfrm>
            <a:off x="1550629" y="261720"/>
            <a:ext cx="8892000" cy="727800"/>
          </a:xfrm>
          <a:prstGeom prst="roundRect">
            <a:avLst>
              <a:gd name="adj" fmla="val 16667"/>
            </a:avLst>
          </a:prstGeom>
          <a:solidFill>
            <a:schemeClr val="accent1"/>
          </a:solidFill>
          <a:ln w="127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i="0" u="none" strike="noStrike" cap="none">
                <a:solidFill>
                  <a:schemeClr val="lt1"/>
                </a:solidFill>
                <a:latin typeface="Century Gothic"/>
                <a:ea typeface="Century Gothic"/>
                <a:cs typeface="Century Gothic"/>
                <a:sym typeface="Century Gothic"/>
              </a:rPr>
              <a:t>CLASS OBJECTIVES</a:t>
            </a:r>
            <a:endParaRPr sz="4000" b="1" i="0" u="none" strike="noStrike" cap="none">
              <a:solidFill>
                <a:schemeClr val="lt1"/>
              </a:solidFill>
              <a:latin typeface="Century Gothic"/>
              <a:ea typeface="Century Gothic"/>
              <a:cs typeface="Century Gothic"/>
              <a:sym typeface="Century Gothic"/>
            </a:endParaRPr>
          </a:p>
        </p:txBody>
      </p:sp>
      <p:sp>
        <p:nvSpPr>
          <p:cNvPr id="10368" name="Google Shape;10368;p15"/>
          <p:cNvSpPr/>
          <p:nvPr/>
        </p:nvSpPr>
        <p:spPr>
          <a:xfrm>
            <a:off x="2360654" y="1381735"/>
            <a:ext cx="7221900" cy="606600"/>
          </a:xfrm>
          <a:prstGeom prst="rect">
            <a:avLst/>
          </a:prstGeom>
          <a:solidFill>
            <a:schemeClr val="accent1"/>
          </a:solidFill>
          <a:ln w="127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i="0" u="none" strike="noStrike" cap="none">
                <a:solidFill>
                  <a:schemeClr val="lt1"/>
                </a:solidFill>
                <a:latin typeface="Century Gothic"/>
                <a:ea typeface="Century Gothic"/>
                <a:cs typeface="Century Gothic"/>
                <a:sym typeface="Century Gothic"/>
              </a:rPr>
              <a:t>Recap</a:t>
            </a:r>
            <a:endParaRPr sz="1800" b="1">
              <a:solidFill>
                <a:schemeClr val="lt1"/>
              </a:solidFill>
              <a:latin typeface="Century Gothic"/>
              <a:ea typeface="Century Gothic"/>
              <a:cs typeface="Century Gothic"/>
              <a:sym typeface="Century Gothic"/>
            </a:endParaRPr>
          </a:p>
        </p:txBody>
      </p:sp>
      <p:sp>
        <p:nvSpPr>
          <p:cNvPr id="10369" name="Google Shape;10369;p15"/>
          <p:cNvSpPr/>
          <p:nvPr/>
        </p:nvSpPr>
        <p:spPr>
          <a:xfrm>
            <a:off x="2219977" y="2577186"/>
            <a:ext cx="7221900" cy="606600"/>
          </a:xfrm>
          <a:prstGeom prst="rect">
            <a:avLst/>
          </a:prstGeom>
          <a:solidFill>
            <a:schemeClr val="accent1"/>
          </a:solidFill>
          <a:ln w="127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Chemical Properties of haloarenes</a:t>
            </a:r>
            <a:endParaRPr sz="1800" b="1">
              <a:solidFill>
                <a:schemeClr val="lt1"/>
              </a:solidFill>
              <a:latin typeface="Century Gothic"/>
              <a:ea typeface="Century Gothic"/>
              <a:cs typeface="Century Gothic"/>
              <a:sym typeface="Century Gothic"/>
            </a:endParaRPr>
          </a:p>
        </p:txBody>
      </p:sp>
      <p:sp>
        <p:nvSpPr>
          <p:cNvPr id="10371" name="Google Shape;10371;p15"/>
          <p:cNvSpPr/>
          <p:nvPr/>
        </p:nvSpPr>
        <p:spPr>
          <a:xfrm>
            <a:off x="2360654" y="3772637"/>
            <a:ext cx="7221900" cy="606600"/>
          </a:xfrm>
          <a:prstGeom prst="rect">
            <a:avLst/>
          </a:prstGeom>
          <a:solidFill>
            <a:schemeClr val="accent1"/>
          </a:solidFill>
          <a:ln w="127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Uses of Polyhalogen compounds</a:t>
            </a:r>
            <a:endParaRPr sz="1800" b="1">
              <a:solidFill>
                <a:schemeClr val="lt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68"/>
                                        </p:tgtEl>
                                        <p:attrNameLst>
                                          <p:attrName>style.visibility</p:attrName>
                                        </p:attrNameLst>
                                      </p:cBhvr>
                                      <p:to>
                                        <p:strVal val="visible"/>
                                      </p:to>
                                    </p:set>
                                    <p:animEffect transition="in" filter="fade">
                                      <p:cBhvr>
                                        <p:cTn id="7" dur="500"/>
                                        <p:tgtEl>
                                          <p:spTgt spid="103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69"/>
                                        </p:tgtEl>
                                        <p:attrNameLst>
                                          <p:attrName>style.visibility</p:attrName>
                                        </p:attrNameLst>
                                      </p:cBhvr>
                                      <p:to>
                                        <p:strVal val="visible"/>
                                      </p:to>
                                    </p:set>
                                    <p:animEffect transition="in" filter="fade">
                                      <p:cBhvr>
                                        <p:cTn id="12" dur="500"/>
                                        <p:tgtEl>
                                          <p:spTgt spid="103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71"/>
                                        </p:tgtEl>
                                        <p:attrNameLst>
                                          <p:attrName>style.visibility</p:attrName>
                                        </p:attrNameLst>
                                      </p:cBhvr>
                                      <p:to>
                                        <p:strVal val="visible"/>
                                      </p:to>
                                    </p:set>
                                    <p:animEffect transition="in" filter="fade">
                                      <p:cBhvr>
                                        <p:cTn id="17" dur="500"/>
                                        <p:tgtEl>
                                          <p:spTgt spid="10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76"/>
        <p:cNvGrpSpPr/>
        <p:nvPr/>
      </p:nvGrpSpPr>
      <p:grpSpPr>
        <a:xfrm>
          <a:off x="0" y="0"/>
          <a:ext cx="0" cy="0"/>
          <a:chOff x="0" y="0"/>
          <a:chExt cx="0" cy="0"/>
        </a:xfrm>
      </p:grpSpPr>
      <p:sp>
        <p:nvSpPr>
          <p:cNvPr id="10377" name="Google Shape;10377;p16"/>
          <p:cNvSpPr txBox="1"/>
          <p:nvPr/>
        </p:nvSpPr>
        <p:spPr>
          <a:xfrm>
            <a:off x="1737361" y="1998682"/>
            <a:ext cx="85344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1. What are the three types of reactions , shown by haloalkanes?</a:t>
            </a:r>
            <a:endParaRPr sz="1600" b="1">
              <a:solidFill>
                <a:schemeClr val="lt1"/>
              </a:solidFill>
              <a:latin typeface="Arial Rounded"/>
              <a:ea typeface="Arial Rounded"/>
              <a:cs typeface="Arial Rounded"/>
              <a:sym typeface="Arial Rounded"/>
            </a:endParaRPr>
          </a:p>
        </p:txBody>
      </p:sp>
      <p:sp>
        <p:nvSpPr>
          <p:cNvPr id="10378" name="Google Shape;10378;p16"/>
          <p:cNvSpPr txBox="1"/>
          <p:nvPr/>
        </p:nvSpPr>
        <p:spPr>
          <a:xfrm>
            <a:off x="1751550" y="2418339"/>
            <a:ext cx="85344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2. The reaction of haloalkanes with sodium is called ______________________</a:t>
            </a:r>
            <a:endParaRPr sz="1600" b="1">
              <a:solidFill>
                <a:schemeClr val="lt1"/>
              </a:solidFill>
              <a:latin typeface="Arial Rounded"/>
              <a:ea typeface="Arial Rounded"/>
              <a:cs typeface="Arial Rounded"/>
              <a:sym typeface="Arial Rounded"/>
            </a:endParaRPr>
          </a:p>
        </p:txBody>
      </p:sp>
      <p:sp>
        <p:nvSpPr>
          <p:cNvPr id="10379" name="Google Shape;10379;p16"/>
          <p:cNvSpPr txBox="1"/>
          <p:nvPr/>
        </p:nvSpPr>
        <p:spPr>
          <a:xfrm>
            <a:off x="1716716" y="2837999"/>
            <a:ext cx="8534400" cy="58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3. Why we cannot use Wurtz reaction to prepare alkanes containing odd number of</a:t>
            </a:r>
            <a:endParaRPr/>
          </a:p>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    C- atoms or methane ?</a:t>
            </a:r>
            <a:endParaRPr sz="1600" b="1">
              <a:solidFill>
                <a:schemeClr val="lt1"/>
              </a:solidFill>
              <a:latin typeface="Arial Rounded"/>
              <a:ea typeface="Arial Rounded"/>
              <a:cs typeface="Arial Rounded"/>
              <a:sym typeface="Arial Rounded"/>
            </a:endParaRPr>
          </a:p>
        </p:txBody>
      </p:sp>
      <p:sp>
        <p:nvSpPr>
          <p:cNvPr id="10380" name="Google Shape;10380;p16"/>
          <p:cNvSpPr txBox="1"/>
          <p:nvPr/>
        </p:nvSpPr>
        <p:spPr>
          <a:xfrm>
            <a:off x="1674301" y="3448786"/>
            <a:ext cx="85344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4. What is the name of the reagent obtained on reacting haloalkanes with magnesium</a:t>
            </a:r>
            <a:endParaRPr/>
          </a:p>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     metal? What is the polarity on the C-atom attached to magnesium ?</a:t>
            </a:r>
            <a:endParaRPr/>
          </a:p>
          <a:p>
            <a:pPr marL="0" marR="0" lvl="0" indent="0" algn="l" rtl="0">
              <a:spcBef>
                <a:spcPts val="0"/>
              </a:spcBef>
              <a:spcAft>
                <a:spcPts val="0"/>
              </a:spcAft>
              <a:buNone/>
            </a:pPr>
            <a:endParaRPr sz="1600" b="1">
              <a:solidFill>
                <a:schemeClr val="lt1"/>
              </a:solidFill>
              <a:latin typeface="Arial Rounded"/>
              <a:ea typeface="Arial Rounded"/>
              <a:cs typeface="Arial Rounded"/>
              <a:sym typeface="Arial Rounded"/>
            </a:endParaRPr>
          </a:p>
        </p:txBody>
      </p:sp>
      <p:sp>
        <p:nvSpPr>
          <p:cNvPr id="10381" name="Google Shape;10381;p16"/>
          <p:cNvSpPr txBox="1"/>
          <p:nvPr/>
        </p:nvSpPr>
        <p:spPr>
          <a:xfrm>
            <a:off x="1759132" y="4206212"/>
            <a:ext cx="85344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5. Why is Grignard reagent to be prepared under anhydrous conditions ?</a:t>
            </a:r>
            <a:endParaRPr sz="1600" b="1">
              <a:solidFill>
                <a:schemeClr val="lt1"/>
              </a:solidFill>
              <a:latin typeface="Arial Rounded"/>
              <a:ea typeface="Arial Rounded"/>
              <a:cs typeface="Arial Rounded"/>
              <a:sym typeface="Arial Rounded"/>
            </a:endParaRPr>
          </a:p>
        </p:txBody>
      </p:sp>
      <p:sp>
        <p:nvSpPr>
          <p:cNvPr id="10382" name="Google Shape;10382;p16"/>
          <p:cNvSpPr txBox="1"/>
          <p:nvPr/>
        </p:nvSpPr>
        <p:spPr>
          <a:xfrm>
            <a:off x="1716716" y="4698655"/>
            <a:ext cx="85344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6. What are ambident nucleophiles? Explain with the help of examples.</a:t>
            </a:r>
            <a:endParaRPr sz="1600" b="1">
              <a:solidFill>
                <a:schemeClr val="lt1"/>
              </a:solidFill>
              <a:latin typeface="Arial Rounded"/>
              <a:ea typeface="Arial Rounded"/>
              <a:cs typeface="Arial Rounded"/>
              <a:sym typeface="Arial Rounded"/>
            </a:endParaRPr>
          </a:p>
        </p:txBody>
      </p:sp>
      <p:sp>
        <p:nvSpPr>
          <p:cNvPr id="10383" name="Google Shape;10383;p16"/>
          <p:cNvSpPr txBox="1"/>
          <p:nvPr/>
        </p:nvSpPr>
        <p:spPr>
          <a:xfrm>
            <a:off x="1759132" y="5236659"/>
            <a:ext cx="8688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lt1"/>
                </a:solidFill>
                <a:latin typeface="Arial Rounded"/>
                <a:ea typeface="Arial Rounded"/>
                <a:cs typeface="Arial Rounded"/>
                <a:sym typeface="Arial Rounded"/>
              </a:rPr>
              <a:t>7. What are nucleophilic substitution reactions ?</a:t>
            </a:r>
            <a:endParaRPr sz="1600" b="1">
              <a:solidFill>
                <a:schemeClr val="lt1"/>
              </a:solidFill>
              <a:latin typeface="Arial Rounded"/>
              <a:ea typeface="Arial Rounded"/>
              <a:cs typeface="Arial Rounded"/>
              <a:sym typeface="Arial Rounded"/>
            </a:endParaRPr>
          </a:p>
        </p:txBody>
      </p:sp>
      <p:sp>
        <p:nvSpPr>
          <p:cNvPr id="10384" name="Google Shape;10384;p16"/>
          <p:cNvSpPr txBox="1">
            <a:spLocks noGrp="1"/>
          </p:cNvSpPr>
          <p:nvPr>
            <p:ph type="title"/>
          </p:nvPr>
        </p:nvSpPr>
        <p:spPr>
          <a:xfrm>
            <a:off x="381000" y="381000"/>
            <a:ext cx="11430000" cy="7431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Recapitulation</a:t>
            </a:r>
            <a:endParaRPr>
              <a:solidFill>
                <a:srgbClr val="3333CC"/>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77"/>
                                        </p:tgtEl>
                                        <p:attrNameLst>
                                          <p:attrName>style.visibility</p:attrName>
                                        </p:attrNameLst>
                                      </p:cBhvr>
                                      <p:to>
                                        <p:strVal val="visible"/>
                                      </p:to>
                                    </p:set>
                                    <p:anim calcmode="lin" valueType="num">
                                      <p:cBhvr additive="base">
                                        <p:cTn id="7" dur="500"/>
                                        <p:tgtEl>
                                          <p:spTgt spid="1037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378"/>
                                        </p:tgtEl>
                                        <p:attrNameLst>
                                          <p:attrName>style.visibility</p:attrName>
                                        </p:attrNameLst>
                                      </p:cBhvr>
                                      <p:to>
                                        <p:strVal val="visible"/>
                                      </p:to>
                                    </p:set>
                                    <p:anim calcmode="lin" valueType="num">
                                      <p:cBhvr additive="base">
                                        <p:cTn id="12" dur="500"/>
                                        <p:tgtEl>
                                          <p:spTgt spid="10378"/>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379"/>
                                        </p:tgtEl>
                                        <p:attrNameLst>
                                          <p:attrName>style.visibility</p:attrName>
                                        </p:attrNameLst>
                                      </p:cBhvr>
                                      <p:to>
                                        <p:strVal val="visible"/>
                                      </p:to>
                                    </p:set>
                                    <p:anim calcmode="lin" valueType="num">
                                      <p:cBhvr additive="base">
                                        <p:cTn id="17" dur="500"/>
                                        <p:tgtEl>
                                          <p:spTgt spid="10379"/>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380"/>
                                        </p:tgtEl>
                                        <p:attrNameLst>
                                          <p:attrName>style.visibility</p:attrName>
                                        </p:attrNameLst>
                                      </p:cBhvr>
                                      <p:to>
                                        <p:strVal val="visible"/>
                                      </p:to>
                                    </p:set>
                                    <p:anim calcmode="lin" valueType="num">
                                      <p:cBhvr additive="base">
                                        <p:cTn id="22" dur="500"/>
                                        <p:tgtEl>
                                          <p:spTgt spid="1038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381"/>
                                        </p:tgtEl>
                                        <p:attrNameLst>
                                          <p:attrName>style.visibility</p:attrName>
                                        </p:attrNameLst>
                                      </p:cBhvr>
                                      <p:to>
                                        <p:strVal val="visible"/>
                                      </p:to>
                                    </p:set>
                                    <p:anim calcmode="lin" valueType="num">
                                      <p:cBhvr additive="base">
                                        <p:cTn id="27" dur="500"/>
                                        <p:tgtEl>
                                          <p:spTgt spid="1038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382"/>
                                        </p:tgtEl>
                                        <p:attrNameLst>
                                          <p:attrName>style.visibility</p:attrName>
                                        </p:attrNameLst>
                                      </p:cBhvr>
                                      <p:to>
                                        <p:strVal val="visible"/>
                                      </p:to>
                                    </p:set>
                                    <p:anim calcmode="lin" valueType="num">
                                      <p:cBhvr additive="base">
                                        <p:cTn id="32" dur="500"/>
                                        <p:tgtEl>
                                          <p:spTgt spid="1038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383"/>
                                        </p:tgtEl>
                                        <p:attrNameLst>
                                          <p:attrName>style.visibility</p:attrName>
                                        </p:attrNameLst>
                                      </p:cBhvr>
                                      <p:to>
                                        <p:strVal val="visible"/>
                                      </p:to>
                                    </p:set>
                                    <p:anim calcmode="lin" valueType="num">
                                      <p:cBhvr additive="base">
                                        <p:cTn id="37" dur="500"/>
                                        <p:tgtEl>
                                          <p:spTgt spid="103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88"/>
        <p:cNvGrpSpPr/>
        <p:nvPr/>
      </p:nvGrpSpPr>
      <p:grpSpPr>
        <a:xfrm>
          <a:off x="0" y="0"/>
          <a:ext cx="0" cy="0"/>
          <a:chOff x="0" y="0"/>
          <a:chExt cx="0" cy="0"/>
        </a:xfrm>
      </p:grpSpPr>
      <p:sp>
        <p:nvSpPr>
          <p:cNvPr id="10389" name="Google Shape;10389;p17"/>
          <p:cNvSpPr txBox="1">
            <a:spLocks noGrp="1"/>
          </p:cNvSpPr>
          <p:nvPr>
            <p:ph type="title"/>
          </p:nvPr>
        </p:nvSpPr>
        <p:spPr>
          <a:xfrm>
            <a:off x="381000" y="381000"/>
            <a:ext cx="11430000" cy="7431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Recapitulation</a:t>
            </a:r>
            <a:endParaRPr>
              <a:solidFill>
                <a:srgbClr val="3333CC"/>
              </a:solidFill>
              <a:latin typeface="Arial"/>
              <a:ea typeface="Arial"/>
              <a:cs typeface="Arial"/>
              <a:sym typeface="Arial"/>
            </a:endParaRPr>
          </a:p>
        </p:txBody>
      </p:sp>
      <p:sp>
        <p:nvSpPr>
          <p:cNvPr id="10390" name="Google Shape;10390;p17"/>
          <p:cNvSpPr txBox="1"/>
          <p:nvPr/>
        </p:nvSpPr>
        <p:spPr>
          <a:xfrm>
            <a:off x="685800" y="1447800"/>
            <a:ext cx="11125200" cy="2308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Arial Rounded"/>
                <a:ea typeface="Arial Rounded"/>
                <a:cs typeface="Arial Rounded"/>
                <a:sym typeface="Arial Rounded"/>
              </a:rPr>
              <a:t>8. Which compound in each of the following pairs will react faster in S</a:t>
            </a:r>
            <a:r>
              <a:rPr lang="en-US" sz="1800" b="1" baseline="-25000">
                <a:solidFill>
                  <a:schemeClr val="lt1"/>
                </a:solidFill>
                <a:latin typeface="Arial Rounded"/>
                <a:ea typeface="Arial Rounded"/>
                <a:cs typeface="Arial Rounded"/>
                <a:sym typeface="Arial Rounded"/>
              </a:rPr>
              <a:t>N</a:t>
            </a:r>
            <a:r>
              <a:rPr lang="en-US" sz="1800" b="1">
                <a:solidFill>
                  <a:schemeClr val="lt1"/>
                </a:solidFill>
                <a:latin typeface="Arial Rounded"/>
                <a:ea typeface="Arial Rounded"/>
                <a:cs typeface="Arial Rounded"/>
                <a:sym typeface="Arial Rounded"/>
              </a:rPr>
              <a:t>2 reaction with –OH?</a:t>
            </a:r>
            <a:br>
              <a:rPr lang="en-US" sz="1800" b="1">
                <a:solidFill>
                  <a:schemeClr val="lt1"/>
                </a:solidFill>
                <a:latin typeface="Arial Rounded"/>
                <a:ea typeface="Arial Rounded"/>
                <a:cs typeface="Arial Rounded"/>
                <a:sym typeface="Arial Rounded"/>
              </a:rPr>
            </a:br>
            <a:r>
              <a:rPr lang="en-US" sz="1800" b="1">
                <a:solidFill>
                  <a:schemeClr val="lt1"/>
                </a:solidFill>
                <a:latin typeface="Arial Rounded"/>
                <a:ea typeface="Arial Rounded"/>
                <a:cs typeface="Arial Rounded"/>
                <a:sym typeface="Arial Rounded"/>
              </a:rPr>
              <a:t>(i) 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Br or 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I</a:t>
            </a:r>
            <a:br>
              <a:rPr lang="en-US" sz="1800" b="1">
                <a:solidFill>
                  <a:schemeClr val="lt1"/>
                </a:solidFill>
                <a:latin typeface="Arial Rounded"/>
                <a:ea typeface="Arial Rounded"/>
                <a:cs typeface="Arial Rounded"/>
                <a:sym typeface="Arial Rounded"/>
              </a:rPr>
            </a:br>
            <a:r>
              <a:rPr lang="en-US" sz="1800" b="1">
                <a:solidFill>
                  <a:schemeClr val="lt1"/>
                </a:solidFill>
                <a:latin typeface="Arial Rounded"/>
                <a:ea typeface="Arial Rounded"/>
                <a:cs typeface="Arial Rounded"/>
                <a:sym typeface="Arial Rounded"/>
              </a:rPr>
              <a:t>(ii) (CH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CCl or 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Cl</a:t>
            </a:r>
            <a:endParaRPr/>
          </a:p>
          <a:p>
            <a:pPr marL="0" marR="0" lvl="0" indent="0" algn="l" rtl="0">
              <a:spcBef>
                <a:spcPts val="0"/>
              </a:spcBef>
              <a:spcAft>
                <a:spcPts val="0"/>
              </a:spcAft>
              <a:buNone/>
            </a:pPr>
            <a:endParaRPr sz="1800" b="1">
              <a:solidFill>
                <a:schemeClr val="lt1"/>
              </a:solidFill>
              <a:latin typeface="Arial Rounded"/>
              <a:ea typeface="Arial Rounded"/>
              <a:cs typeface="Arial Rounded"/>
              <a:sym typeface="Arial Rounded"/>
            </a:endParaRPr>
          </a:p>
          <a:p>
            <a:pPr marL="0" marR="0" lvl="0" indent="0" algn="l" rtl="0">
              <a:spcBef>
                <a:spcPts val="0"/>
              </a:spcBef>
              <a:spcAft>
                <a:spcPts val="0"/>
              </a:spcAft>
              <a:buNone/>
            </a:pPr>
            <a:r>
              <a:rPr lang="en-US" sz="1800" b="1">
                <a:solidFill>
                  <a:schemeClr val="lt1"/>
                </a:solidFill>
                <a:latin typeface="Arial Rounded"/>
                <a:ea typeface="Arial Rounded"/>
                <a:cs typeface="Arial Rounded"/>
                <a:sym typeface="Arial Rounded"/>
              </a:rPr>
              <a:t>9. Predict the order of reactivity of the following compounds in S</a:t>
            </a:r>
            <a:r>
              <a:rPr lang="en-US" sz="1800" b="1" baseline="-25000">
                <a:solidFill>
                  <a:schemeClr val="lt1"/>
                </a:solidFill>
                <a:latin typeface="Arial Rounded"/>
                <a:ea typeface="Arial Rounded"/>
                <a:cs typeface="Arial Rounded"/>
                <a:sym typeface="Arial Rounded"/>
              </a:rPr>
              <a:t>N</a:t>
            </a:r>
            <a:r>
              <a:rPr lang="en-US" sz="1800" b="1">
                <a:solidFill>
                  <a:schemeClr val="lt1"/>
                </a:solidFill>
                <a:latin typeface="Arial Rounded"/>
                <a:ea typeface="Arial Rounded"/>
                <a:cs typeface="Arial Rounded"/>
                <a:sym typeface="Arial Rounded"/>
              </a:rPr>
              <a:t>1 and S</a:t>
            </a:r>
            <a:r>
              <a:rPr lang="en-US" sz="1800" b="1" baseline="-25000">
                <a:solidFill>
                  <a:schemeClr val="lt1"/>
                </a:solidFill>
                <a:latin typeface="Arial Rounded"/>
                <a:ea typeface="Arial Rounded"/>
                <a:cs typeface="Arial Rounded"/>
                <a:sym typeface="Arial Rounded"/>
              </a:rPr>
              <a:t>N</a:t>
            </a:r>
            <a:r>
              <a:rPr lang="en-US" sz="1800" b="1">
                <a:solidFill>
                  <a:schemeClr val="lt1"/>
                </a:solidFill>
                <a:latin typeface="Arial Rounded"/>
                <a:ea typeface="Arial Rounded"/>
                <a:cs typeface="Arial Rounded"/>
                <a:sym typeface="Arial Rounded"/>
              </a:rPr>
              <a:t>2 reactions: </a:t>
            </a:r>
            <a:endParaRPr/>
          </a:p>
          <a:p>
            <a:pPr marL="0" marR="0" lvl="0" indent="0" algn="l" rtl="0">
              <a:spcBef>
                <a:spcPts val="0"/>
              </a:spcBef>
              <a:spcAft>
                <a:spcPts val="0"/>
              </a:spcAft>
              <a:buNone/>
            </a:pPr>
            <a:r>
              <a:rPr lang="en-US" sz="1800" b="1">
                <a:solidFill>
                  <a:schemeClr val="lt1"/>
                </a:solidFill>
                <a:latin typeface="Arial Rounded"/>
                <a:ea typeface="Arial Rounded"/>
                <a:cs typeface="Arial Rounded"/>
                <a:sym typeface="Arial Rounded"/>
              </a:rPr>
              <a:t>(i) 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CH</a:t>
            </a:r>
            <a:r>
              <a:rPr lang="en-US" sz="1800" b="1" baseline="-25000">
                <a:solidFill>
                  <a:schemeClr val="lt1"/>
                </a:solidFill>
                <a:latin typeface="Arial Rounded"/>
                <a:ea typeface="Arial Rounded"/>
                <a:cs typeface="Arial Rounded"/>
                <a:sym typeface="Arial Rounded"/>
              </a:rPr>
              <a:t>2</a:t>
            </a:r>
            <a:r>
              <a:rPr lang="en-US" sz="1800" b="1">
                <a:solidFill>
                  <a:schemeClr val="lt1"/>
                </a:solidFill>
                <a:latin typeface="Arial Rounded"/>
                <a:ea typeface="Arial Rounded"/>
                <a:cs typeface="Arial Rounded"/>
                <a:sym typeface="Arial Rounded"/>
              </a:rPr>
              <a:t>Br, 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CH(C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 )Br, 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CH(CH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 )Br, 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C(CH</a:t>
            </a:r>
            <a:r>
              <a:rPr lang="en-US" sz="1800" b="1" baseline="-25000">
                <a:solidFill>
                  <a:schemeClr val="lt1"/>
                </a:solidFill>
                <a:latin typeface="Arial Rounded"/>
                <a:ea typeface="Arial Rounded"/>
                <a:cs typeface="Arial Rounded"/>
                <a:sym typeface="Arial Rounded"/>
              </a:rPr>
              <a:t>3</a:t>
            </a:r>
            <a:r>
              <a:rPr lang="en-US" sz="1800" b="1">
                <a:solidFill>
                  <a:schemeClr val="lt1"/>
                </a:solidFill>
                <a:latin typeface="Arial Rounded"/>
                <a:ea typeface="Arial Rounded"/>
                <a:cs typeface="Arial Rounded"/>
                <a:sym typeface="Arial Rounded"/>
              </a:rPr>
              <a:t>)(C</a:t>
            </a:r>
            <a:r>
              <a:rPr lang="en-US" sz="1800" b="1" baseline="-25000">
                <a:solidFill>
                  <a:schemeClr val="lt1"/>
                </a:solidFill>
                <a:latin typeface="Arial Rounded"/>
                <a:ea typeface="Arial Rounded"/>
                <a:cs typeface="Arial Rounded"/>
                <a:sym typeface="Arial Rounded"/>
              </a:rPr>
              <a:t>6</a:t>
            </a:r>
            <a:r>
              <a:rPr lang="en-US" sz="1800" b="1">
                <a:solidFill>
                  <a:schemeClr val="lt1"/>
                </a:solidFill>
                <a:latin typeface="Arial Rounded"/>
                <a:ea typeface="Arial Rounded"/>
                <a:cs typeface="Arial Rounded"/>
                <a:sym typeface="Arial Rounded"/>
              </a:rPr>
              <a:t>H</a:t>
            </a:r>
            <a:r>
              <a:rPr lang="en-US" sz="1800" b="1" baseline="-25000">
                <a:solidFill>
                  <a:schemeClr val="lt1"/>
                </a:solidFill>
                <a:latin typeface="Arial Rounded"/>
                <a:ea typeface="Arial Rounded"/>
                <a:cs typeface="Arial Rounded"/>
                <a:sym typeface="Arial Rounded"/>
              </a:rPr>
              <a:t>5</a:t>
            </a:r>
            <a:r>
              <a:rPr lang="en-US" sz="1800" b="1">
                <a:solidFill>
                  <a:schemeClr val="lt1"/>
                </a:solidFill>
                <a:latin typeface="Arial Rounded"/>
                <a:ea typeface="Arial Rounded"/>
                <a:cs typeface="Arial Rounded"/>
                <a:sym typeface="Arial Rounded"/>
              </a:rPr>
              <a:t>)Br</a:t>
            </a:r>
            <a:endParaRPr/>
          </a:p>
          <a:p>
            <a:pPr marL="0" marR="0" lvl="0" indent="0" algn="l" rtl="0">
              <a:spcBef>
                <a:spcPts val="0"/>
              </a:spcBef>
              <a:spcAft>
                <a:spcPts val="0"/>
              </a:spcAft>
              <a:buNone/>
            </a:pPr>
            <a:endParaRPr sz="1800" b="1">
              <a:solidFill>
                <a:schemeClr val="lt1"/>
              </a:solidFill>
              <a:latin typeface="Arial Rounded"/>
              <a:ea typeface="Arial Rounded"/>
              <a:cs typeface="Arial Rounded"/>
              <a:sym typeface="Arial Rounded"/>
            </a:endParaRPr>
          </a:p>
          <a:p>
            <a:pPr marL="0" marR="0" lvl="0" indent="0" algn="l" rtl="0">
              <a:spcBef>
                <a:spcPts val="0"/>
              </a:spcBef>
              <a:spcAft>
                <a:spcPts val="0"/>
              </a:spcAft>
              <a:buNone/>
            </a:pPr>
            <a:endParaRPr sz="1800" b="1">
              <a:solidFill>
                <a:schemeClr val="lt1"/>
              </a:solidFill>
              <a:latin typeface="Arial Rounded"/>
              <a:ea typeface="Arial Rounded"/>
              <a:cs typeface="Arial Rounded"/>
              <a:sym typeface="Arial Round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90">
                                            <p:txEl>
                                              <p:pRg st="0" end="0"/>
                                            </p:txEl>
                                          </p:spTgt>
                                        </p:tgtEl>
                                        <p:attrNameLst>
                                          <p:attrName>style.visibility</p:attrName>
                                        </p:attrNameLst>
                                      </p:cBhvr>
                                      <p:to>
                                        <p:strVal val="visible"/>
                                      </p:to>
                                    </p:set>
                                    <p:anim calcmode="lin" valueType="num">
                                      <p:cBhvr additive="base">
                                        <p:cTn id="7" dur="500"/>
                                        <p:tgtEl>
                                          <p:spTgt spid="1039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390">
                                            <p:txEl>
                                              <p:pRg st="1" end="1"/>
                                            </p:txEl>
                                          </p:spTgt>
                                        </p:tgtEl>
                                        <p:attrNameLst>
                                          <p:attrName>style.visibility</p:attrName>
                                        </p:attrNameLst>
                                      </p:cBhvr>
                                      <p:to>
                                        <p:strVal val="visible"/>
                                      </p:to>
                                    </p:set>
                                    <p:anim calcmode="lin" valueType="num">
                                      <p:cBhvr additive="base">
                                        <p:cTn id="12" dur="500"/>
                                        <p:tgtEl>
                                          <p:spTgt spid="1039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0390">
                                            <p:txEl>
                                              <p:pRg st="2" end="2"/>
                                            </p:txEl>
                                          </p:spTgt>
                                        </p:tgtEl>
                                        <p:attrNameLst>
                                          <p:attrName>style.visibility</p:attrName>
                                        </p:attrNameLst>
                                      </p:cBhvr>
                                      <p:to>
                                        <p:strVal val="visible"/>
                                      </p:to>
                                    </p:set>
                                    <p:anim calcmode="lin" valueType="num">
                                      <p:cBhvr additive="base">
                                        <p:cTn id="17" dur="500"/>
                                        <p:tgtEl>
                                          <p:spTgt spid="10390">
                                            <p:txEl>
                                              <p:pRg st="2" end="2"/>
                                            </p:txEl>
                                          </p:spTgt>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10390">
                                            <p:txEl>
                                              <p:pRg st="3" end="3"/>
                                            </p:txEl>
                                          </p:spTgt>
                                        </p:tgtEl>
                                        <p:attrNameLst>
                                          <p:attrName>style.visibility</p:attrName>
                                        </p:attrNameLst>
                                      </p:cBhvr>
                                      <p:to>
                                        <p:strVal val="visible"/>
                                      </p:to>
                                    </p:set>
                                    <p:anim calcmode="lin" valueType="num">
                                      <p:cBhvr additive="base">
                                        <p:cTn id="22" dur="500"/>
                                        <p:tgtEl>
                                          <p:spTgt spid="10390">
                                            <p:txEl>
                                              <p:pRg st="3" end="3"/>
                                            </p:txEl>
                                          </p:spTgt>
                                        </p:tgtEl>
                                        <p:attrNameLst>
                                          <p:attrName>ppt_x</p:attrName>
                                        </p:attrNameLst>
                                      </p:cBhvr>
                                      <p:tavLst>
                                        <p:tav tm="0">
                                          <p:val>
                                            <p:strVal val="#ppt_x-1"/>
                                          </p:val>
                                        </p:tav>
                                        <p:tav tm="100000">
                                          <p:val>
                                            <p:strVal val="#ppt_x"/>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390">
                                            <p:txEl>
                                              <p:pRg st="4" end="4"/>
                                            </p:txEl>
                                          </p:spTgt>
                                        </p:tgtEl>
                                        <p:attrNameLst>
                                          <p:attrName>style.visibility</p:attrName>
                                        </p:attrNameLst>
                                      </p:cBhvr>
                                      <p:to>
                                        <p:strVal val="visible"/>
                                      </p:to>
                                    </p:set>
                                    <p:anim calcmode="lin" valueType="num">
                                      <p:cBhvr additive="base">
                                        <p:cTn id="27" dur="500"/>
                                        <p:tgtEl>
                                          <p:spTgt spid="10390">
                                            <p:txEl>
                                              <p:pRg st="4" end="4"/>
                                            </p:txEl>
                                          </p:spTgt>
                                        </p:tgtEl>
                                        <p:attrNameLst>
                                          <p:attrName>ppt_x</p:attrName>
                                        </p:attrNameLst>
                                      </p:cBhvr>
                                      <p:tavLst>
                                        <p:tav tm="0">
                                          <p:val>
                                            <p:strVal val="#ppt_x-1"/>
                                          </p:val>
                                        </p:tav>
                                        <p:tav tm="100000">
                                          <p:val>
                                            <p:strVal val="#ppt_x"/>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10390">
                                            <p:txEl>
                                              <p:pRg st="5" end="5"/>
                                            </p:txEl>
                                          </p:spTgt>
                                        </p:tgtEl>
                                        <p:attrNameLst>
                                          <p:attrName>style.visibility</p:attrName>
                                        </p:attrNameLst>
                                      </p:cBhvr>
                                      <p:to>
                                        <p:strVal val="visible"/>
                                      </p:to>
                                    </p:set>
                                    <p:anim calcmode="lin" valueType="num">
                                      <p:cBhvr additive="base">
                                        <p:cTn id="32" dur="500"/>
                                        <p:tgtEl>
                                          <p:spTgt spid="10390">
                                            <p:txEl>
                                              <p:pRg st="5" end="5"/>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75"/>
        <p:cNvGrpSpPr/>
        <p:nvPr/>
      </p:nvGrpSpPr>
      <p:grpSpPr>
        <a:xfrm>
          <a:off x="0" y="0"/>
          <a:ext cx="0" cy="0"/>
          <a:chOff x="0" y="0"/>
          <a:chExt cx="0" cy="0"/>
        </a:xfrm>
      </p:grpSpPr>
      <p:sp>
        <p:nvSpPr>
          <p:cNvPr id="10476" name="Google Shape;10476;p27"/>
          <p:cNvSpPr txBox="1">
            <a:spLocks noGrp="1"/>
          </p:cNvSpPr>
          <p:nvPr>
            <p:ph type="title"/>
          </p:nvPr>
        </p:nvSpPr>
        <p:spPr>
          <a:xfrm>
            <a:off x="381000" y="381000"/>
            <a:ext cx="11430000" cy="7431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Reactions of Haloalkanes </a:t>
            </a:r>
            <a:endParaRPr/>
          </a:p>
        </p:txBody>
      </p:sp>
      <p:sp>
        <p:nvSpPr>
          <p:cNvPr id="10477" name="Google Shape;10477;p27"/>
          <p:cNvSpPr txBox="1"/>
          <p:nvPr/>
        </p:nvSpPr>
        <p:spPr>
          <a:xfrm>
            <a:off x="2895600" y="1270775"/>
            <a:ext cx="6400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rgbClr val="FFFFFF"/>
                </a:solidFill>
                <a:latin typeface="Arial Rounded"/>
                <a:ea typeface="Arial Rounded"/>
                <a:cs typeface="Arial Rounded"/>
                <a:sym typeface="Arial Rounded"/>
              </a:rPr>
              <a:t>NUCLEOPHILIC SUBSTITUTION REACTIONS</a:t>
            </a:r>
            <a:endParaRPr/>
          </a:p>
        </p:txBody>
      </p:sp>
      <p:sp>
        <p:nvSpPr>
          <p:cNvPr id="10478" name="Google Shape;10478;p27"/>
          <p:cNvSpPr txBox="1"/>
          <p:nvPr/>
        </p:nvSpPr>
        <p:spPr>
          <a:xfrm>
            <a:off x="2971800" y="1756154"/>
            <a:ext cx="64008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rgbClr val="00B0F0"/>
                </a:solidFill>
                <a:latin typeface="Arial Rounded"/>
                <a:ea typeface="Arial Rounded"/>
                <a:cs typeface="Arial Rounded"/>
                <a:sym typeface="Arial Rounded"/>
              </a:rPr>
              <a:t>SUMMARY OF OF S</a:t>
            </a:r>
            <a:r>
              <a:rPr lang="en-US" sz="1600" b="1" baseline="-25000">
                <a:solidFill>
                  <a:srgbClr val="00B0F0"/>
                </a:solidFill>
                <a:latin typeface="Arial Rounded"/>
                <a:ea typeface="Arial Rounded"/>
                <a:cs typeface="Arial Rounded"/>
                <a:sym typeface="Arial Rounded"/>
              </a:rPr>
              <a:t>N</a:t>
            </a:r>
            <a:r>
              <a:rPr lang="en-US" sz="1600" b="1">
                <a:solidFill>
                  <a:srgbClr val="00B0F0"/>
                </a:solidFill>
                <a:latin typeface="Arial Rounded"/>
                <a:ea typeface="Arial Rounded"/>
                <a:cs typeface="Arial Rounded"/>
                <a:sym typeface="Arial Rounded"/>
              </a:rPr>
              <a:t>1 and S</a:t>
            </a:r>
            <a:r>
              <a:rPr lang="en-US" sz="1600" b="1" baseline="-25000">
                <a:solidFill>
                  <a:srgbClr val="00B0F0"/>
                </a:solidFill>
                <a:latin typeface="Arial Rounded"/>
                <a:ea typeface="Arial Rounded"/>
                <a:cs typeface="Arial Rounded"/>
                <a:sym typeface="Arial Rounded"/>
              </a:rPr>
              <a:t>N</a:t>
            </a:r>
            <a:r>
              <a:rPr lang="en-US" sz="1600" b="1">
                <a:solidFill>
                  <a:srgbClr val="00B0F0"/>
                </a:solidFill>
                <a:latin typeface="Arial Rounded"/>
                <a:ea typeface="Arial Rounded"/>
                <a:cs typeface="Arial Rounded"/>
                <a:sym typeface="Arial Rounded"/>
              </a:rPr>
              <a:t>2 MECHANISMS</a:t>
            </a:r>
            <a:endParaRPr/>
          </a:p>
        </p:txBody>
      </p:sp>
      <p:graphicFrame>
        <p:nvGraphicFramePr>
          <p:cNvPr id="10479" name="Google Shape;10479;p27"/>
          <p:cNvGraphicFramePr/>
          <p:nvPr/>
        </p:nvGraphicFramePr>
        <p:xfrm>
          <a:off x="1809750" y="2241533"/>
          <a:ext cx="8572500" cy="4191050"/>
        </p:xfrm>
        <a:graphic>
          <a:graphicData uri="http://schemas.openxmlformats.org/drawingml/2006/table">
            <a:tbl>
              <a:tblPr firstRow="1" bandRow="1">
                <a:noFill/>
                <a:tableStyleId>{A0EB7C61-A6F7-4BC2-AB44-1648E9BCFE2C}</a:tableStyleId>
              </a:tblPr>
              <a:tblGrid>
                <a:gridCol w="4245675">
                  <a:extLst>
                    <a:ext uri="{9D8B030D-6E8A-4147-A177-3AD203B41FA5}">
                      <a16:colId xmlns:a16="http://schemas.microsoft.com/office/drawing/2014/main" val="20000"/>
                    </a:ext>
                  </a:extLst>
                </a:gridCol>
                <a:gridCol w="4326825">
                  <a:extLst>
                    <a:ext uri="{9D8B030D-6E8A-4147-A177-3AD203B41FA5}">
                      <a16:colId xmlns:a16="http://schemas.microsoft.com/office/drawing/2014/main" val="20001"/>
                    </a:ext>
                  </a:extLst>
                </a:gridCol>
              </a:tblGrid>
              <a:tr h="396950">
                <a:tc>
                  <a:txBody>
                    <a:bodyPr/>
                    <a:lstStyle/>
                    <a:p>
                      <a:pPr marL="0" marR="0" lvl="0" indent="0" algn="ctr" rtl="0">
                        <a:spcBef>
                          <a:spcPts val="0"/>
                        </a:spcBef>
                        <a:spcAft>
                          <a:spcPts val="0"/>
                        </a:spcAft>
                        <a:buNone/>
                      </a:pPr>
                      <a:r>
                        <a:rPr lang="en-US" sz="1200" b="1" i="0" u="none" strike="noStrike" cap="none">
                          <a:solidFill>
                            <a:srgbClr val="FFFFFF"/>
                          </a:solidFill>
                          <a:latin typeface="Arial Rounded"/>
                          <a:ea typeface="Arial Rounded"/>
                          <a:cs typeface="Arial Rounded"/>
                          <a:sym typeface="Arial Rounded"/>
                        </a:rPr>
                        <a:t>S</a:t>
                      </a:r>
                      <a:r>
                        <a:rPr lang="en-US" sz="1200" b="1" i="0" u="none" strike="noStrike" cap="none" baseline="-25000">
                          <a:solidFill>
                            <a:srgbClr val="FFFFFF"/>
                          </a:solidFill>
                          <a:latin typeface="Arial Rounded"/>
                          <a:ea typeface="Arial Rounded"/>
                          <a:cs typeface="Arial Rounded"/>
                          <a:sym typeface="Arial Rounded"/>
                        </a:rPr>
                        <a:t>N</a:t>
                      </a:r>
                      <a:r>
                        <a:rPr lang="en-US" sz="1200" b="1" i="0" u="none" strike="noStrike" cap="none">
                          <a:solidFill>
                            <a:srgbClr val="FFFFFF"/>
                          </a:solidFill>
                          <a:latin typeface="Arial Rounded"/>
                          <a:ea typeface="Arial Rounded"/>
                          <a:cs typeface="Arial Rounded"/>
                          <a:sym typeface="Arial Rounded"/>
                        </a:rPr>
                        <a:t>1  MECHANISM</a:t>
                      </a:r>
                      <a:endParaRPr sz="1000" b="1">
                        <a:latin typeface="Arial Rounded"/>
                        <a:ea typeface="Arial Rounded"/>
                        <a:cs typeface="Arial Rounded"/>
                        <a:sym typeface="Arial Rounded"/>
                      </a:endParaRPr>
                    </a:p>
                  </a:txBody>
                  <a:tcPr marL="68575" marR="68575" marT="34300" marB="34300"/>
                </a:tc>
                <a:tc>
                  <a:txBody>
                    <a:bodyPr/>
                    <a:lstStyle/>
                    <a:p>
                      <a:pPr marL="0" marR="0" lvl="0" indent="0" algn="ctr" rtl="0">
                        <a:spcBef>
                          <a:spcPts val="0"/>
                        </a:spcBef>
                        <a:spcAft>
                          <a:spcPts val="0"/>
                        </a:spcAft>
                        <a:buNone/>
                      </a:pPr>
                      <a:r>
                        <a:rPr lang="en-US" sz="1400" b="1">
                          <a:latin typeface="Arial Rounded"/>
                          <a:ea typeface="Arial Rounded"/>
                          <a:cs typeface="Arial Rounded"/>
                          <a:sym typeface="Arial Rounded"/>
                        </a:rPr>
                        <a:t>S</a:t>
                      </a:r>
                      <a:r>
                        <a:rPr lang="en-US" sz="1400" b="1" baseline="-25000">
                          <a:latin typeface="Arial Rounded"/>
                          <a:ea typeface="Arial Rounded"/>
                          <a:cs typeface="Arial Rounded"/>
                          <a:sym typeface="Arial Rounded"/>
                        </a:rPr>
                        <a:t>N</a:t>
                      </a:r>
                      <a:r>
                        <a:rPr lang="en-US" sz="1400" b="1">
                          <a:latin typeface="Arial Rounded"/>
                          <a:ea typeface="Arial Rounded"/>
                          <a:cs typeface="Arial Rounded"/>
                          <a:sym typeface="Arial Rounded"/>
                        </a:rPr>
                        <a:t>2 MECHANISMS</a:t>
                      </a:r>
                      <a:endParaRPr sz="1000"/>
                    </a:p>
                  </a:txBody>
                  <a:tcPr marL="68575" marR="68575" marT="34300" marB="34300"/>
                </a:tc>
                <a:extLst>
                  <a:ext uri="{0D108BD9-81ED-4DB2-BD59-A6C34878D82A}">
                    <a16:rowId xmlns:a16="http://schemas.microsoft.com/office/drawing/2014/main" val="10000"/>
                  </a:ext>
                </a:extLst>
              </a:tr>
              <a:tr h="587075">
                <a:tc>
                  <a:txBody>
                    <a:bodyPr/>
                    <a:lstStyle/>
                    <a:p>
                      <a:pPr marL="0" marR="0" lvl="0" indent="0" algn="l" rtl="0">
                        <a:spcBef>
                          <a:spcPts val="0"/>
                        </a:spcBef>
                        <a:spcAft>
                          <a:spcPts val="0"/>
                        </a:spcAft>
                        <a:buNone/>
                      </a:pPr>
                      <a:r>
                        <a:rPr lang="en-US" sz="1600" b="1"/>
                        <a:t>Substitution nucleophilic </a:t>
                      </a:r>
                      <a:r>
                        <a:rPr lang="en-US" sz="1600" b="1">
                          <a:solidFill>
                            <a:srgbClr val="0070C0"/>
                          </a:solidFill>
                        </a:rPr>
                        <a:t>unimolecular</a:t>
                      </a:r>
                      <a:endParaRPr/>
                    </a:p>
                  </a:txBody>
                  <a:tcPr marL="68575" marR="68575" marT="34300" marB="34300"/>
                </a:tc>
                <a:tc>
                  <a:txBody>
                    <a:bodyPr/>
                    <a:lstStyle/>
                    <a:p>
                      <a:pPr marL="0" marR="0" lvl="0" indent="0" algn="l" rtl="0">
                        <a:lnSpc>
                          <a:spcPct val="100000"/>
                        </a:lnSpc>
                        <a:spcBef>
                          <a:spcPts val="0"/>
                        </a:spcBef>
                        <a:spcAft>
                          <a:spcPts val="0"/>
                        </a:spcAft>
                        <a:buClr>
                          <a:schemeClr val="lt1"/>
                        </a:buClr>
                        <a:buSzPts val="1600"/>
                        <a:buFont typeface="Century Gothic"/>
                        <a:buNone/>
                      </a:pPr>
                      <a:r>
                        <a:rPr lang="en-US" sz="1600" b="1"/>
                        <a:t>Substitution nucleophilic </a:t>
                      </a:r>
                      <a:r>
                        <a:rPr lang="en-US" sz="1600" b="1">
                          <a:solidFill>
                            <a:srgbClr val="0070C0"/>
                          </a:solidFill>
                        </a:rPr>
                        <a:t>bimolecular</a:t>
                      </a:r>
                      <a:endParaRPr/>
                    </a:p>
                  </a:txBody>
                  <a:tcPr marL="68575" marR="68575" marT="34300" marB="34300"/>
                </a:tc>
                <a:extLst>
                  <a:ext uri="{0D108BD9-81ED-4DB2-BD59-A6C34878D82A}">
                    <a16:rowId xmlns:a16="http://schemas.microsoft.com/office/drawing/2014/main" val="10001"/>
                  </a:ext>
                </a:extLst>
              </a:tr>
              <a:tr h="858725">
                <a:tc>
                  <a:txBody>
                    <a:bodyPr/>
                    <a:lstStyle/>
                    <a:p>
                      <a:pPr marL="0" marR="0" lvl="0" indent="0" algn="l" rtl="0">
                        <a:spcBef>
                          <a:spcPts val="0"/>
                        </a:spcBef>
                        <a:spcAft>
                          <a:spcPts val="0"/>
                        </a:spcAft>
                        <a:buNone/>
                      </a:pPr>
                      <a:r>
                        <a:rPr lang="en-US" sz="1600" b="1"/>
                        <a:t>The rate of reaction depends </a:t>
                      </a:r>
                      <a:r>
                        <a:rPr lang="en-US" sz="1600" b="1">
                          <a:solidFill>
                            <a:srgbClr val="0070C0"/>
                          </a:solidFill>
                        </a:rPr>
                        <a:t>only on the concentration of alkyl halide</a:t>
                      </a:r>
                      <a:endParaRPr sz="1600" b="1"/>
                    </a:p>
                  </a:txBody>
                  <a:tcPr marL="68575" marR="68575" marT="34300" marB="34300"/>
                </a:tc>
                <a:tc>
                  <a:txBody>
                    <a:bodyPr/>
                    <a:lstStyle/>
                    <a:p>
                      <a:pPr marL="0" marR="0" lvl="0" indent="0" algn="l" rtl="0">
                        <a:spcBef>
                          <a:spcPts val="0"/>
                        </a:spcBef>
                        <a:spcAft>
                          <a:spcPts val="0"/>
                        </a:spcAft>
                        <a:buNone/>
                      </a:pPr>
                      <a:r>
                        <a:rPr lang="en-US" sz="1600" b="1"/>
                        <a:t>The rate of reaction depends on the </a:t>
                      </a:r>
                      <a:r>
                        <a:rPr lang="en-US" sz="1600" b="1">
                          <a:solidFill>
                            <a:srgbClr val="0070C0"/>
                          </a:solidFill>
                        </a:rPr>
                        <a:t>concentration of both alkyl halide and the nucleophile</a:t>
                      </a:r>
                      <a:endParaRPr/>
                    </a:p>
                  </a:txBody>
                  <a:tcPr marL="68575" marR="68575" marT="34300" marB="34300"/>
                </a:tc>
                <a:extLst>
                  <a:ext uri="{0D108BD9-81ED-4DB2-BD59-A6C34878D82A}">
                    <a16:rowId xmlns:a16="http://schemas.microsoft.com/office/drawing/2014/main" val="10002"/>
                  </a:ext>
                </a:extLst>
              </a:tr>
              <a:tr h="335475">
                <a:tc>
                  <a:txBody>
                    <a:bodyPr/>
                    <a:lstStyle/>
                    <a:p>
                      <a:pPr marL="0" marR="0" lvl="0" indent="0" algn="l" rtl="0">
                        <a:spcBef>
                          <a:spcPts val="0"/>
                        </a:spcBef>
                        <a:spcAft>
                          <a:spcPts val="0"/>
                        </a:spcAft>
                        <a:buNone/>
                      </a:pPr>
                      <a:r>
                        <a:rPr lang="en-US" sz="1600" b="1">
                          <a:solidFill>
                            <a:srgbClr val="0070C0"/>
                          </a:solidFill>
                        </a:rPr>
                        <a:t>Two</a:t>
                      </a:r>
                      <a:r>
                        <a:rPr lang="en-US" sz="1600" b="1"/>
                        <a:t> step reaction</a:t>
                      </a:r>
                      <a:endParaRPr/>
                    </a:p>
                  </a:txBody>
                  <a:tcPr marL="68575" marR="68575" marT="34300" marB="34300"/>
                </a:tc>
                <a:tc>
                  <a:txBody>
                    <a:bodyPr/>
                    <a:lstStyle/>
                    <a:p>
                      <a:pPr marL="0" marR="0" lvl="0" indent="0" algn="l" rtl="0">
                        <a:spcBef>
                          <a:spcPts val="0"/>
                        </a:spcBef>
                        <a:spcAft>
                          <a:spcPts val="0"/>
                        </a:spcAft>
                        <a:buNone/>
                      </a:pPr>
                      <a:r>
                        <a:rPr lang="en-US" sz="1600" b="1">
                          <a:solidFill>
                            <a:srgbClr val="0070C0"/>
                          </a:solidFill>
                        </a:rPr>
                        <a:t>One</a:t>
                      </a:r>
                      <a:r>
                        <a:rPr lang="en-US" sz="1600" b="1"/>
                        <a:t> step reaction</a:t>
                      </a:r>
                      <a:endParaRPr/>
                    </a:p>
                  </a:txBody>
                  <a:tcPr marL="68575" marR="68575" marT="34300" marB="34300"/>
                </a:tc>
                <a:extLst>
                  <a:ext uri="{0D108BD9-81ED-4DB2-BD59-A6C34878D82A}">
                    <a16:rowId xmlns:a16="http://schemas.microsoft.com/office/drawing/2014/main" val="10003"/>
                  </a:ext>
                </a:extLst>
              </a:tr>
              <a:tr h="335475">
                <a:tc>
                  <a:txBody>
                    <a:bodyPr/>
                    <a:lstStyle/>
                    <a:p>
                      <a:pPr marL="0" marR="0" lvl="0" indent="0" algn="l" rtl="0">
                        <a:spcBef>
                          <a:spcPts val="0"/>
                        </a:spcBef>
                        <a:spcAft>
                          <a:spcPts val="0"/>
                        </a:spcAft>
                        <a:buNone/>
                      </a:pPr>
                      <a:r>
                        <a:rPr lang="en-US" sz="1600" b="1"/>
                        <a:t>Leads to </a:t>
                      </a:r>
                      <a:r>
                        <a:rPr lang="en-US" sz="1600" b="1">
                          <a:solidFill>
                            <a:srgbClr val="0070C0"/>
                          </a:solidFill>
                        </a:rPr>
                        <a:t>racemisation</a:t>
                      </a:r>
                      <a:endParaRPr/>
                    </a:p>
                  </a:txBody>
                  <a:tcPr marL="68575" marR="68575" marT="34300" marB="34300"/>
                </a:tc>
                <a:tc>
                  <a:txBody>
                    <a:bodyPr/>
                    <a:lstStyle/>
                    <a:p>
                      <a:pPr marL="0" marR="0" lvl="0" indent="0" algn="l" rtl="0">
                        <a:spcBef>
                          <a:spcPts val="0"/>
                        </a:spcBef>
                        <a:spcAft>
                          <a:spcPts val="0"/>
                        </a:spcAft>
                        <a:buNone/>
                      </a:pPr>
                      <a:r>
                        <a:rPr lang="en-US" sz="1600" b="1"/>
                        <a:t>Leads to </a:t>
                      </a:r>
                      <a:r>
                        <a:rPr lang="en-US" sz="1600" b="1">
                          <a:solidFill>
                            <a:srgbClr val="0070C0"/>
                          </a:solidFill>
                        </a:rPr>
                        <a:t>inversion </a:t>
                      </a:r>
                      <a:r>
                        <a:rPr lang="en-US" sz="1600" b="1"/>
                        <a:t>of configuration</a:t>
                      </a:r>
                      <a:endParaRPr/>
                    </a:p>
                  </a:txBody>
                  <a:tcPr marL="68575" marR="68575" marT="34300" marB="34300"/>
                </a:tc>
                <a:extLst>
                  <a:ext uri="{0D108BD9-81ED-4DB2-BD59-A6C34878D82A}">
                    <a16:rowId xmlns:a16="http://schemas.microsoft.com/office/drawing/2014/main" val="10004"/>
                  </a:ext>
                </a:extLst>
              </a:tr>
              <a:tr h="838675">
                <a:tc>
                  <a:txBody>
                    <a:bodyPr/>
                    <a:lstStyle/>
                    <a:p>
                      <a:pPr marL="0" marR="0" lvl="0" indent="0" algn="l" rtl="0">
                        <a:spcBef>
                          <a:spcPts val="0"/>
                        </a:spcBef>
                        <a:spcAft>
                          <a:spcPts val="0"/>
                        </a:spcAft>
                        <a:buNone/>
                      </a:pPr>
                      <a:r>
                        <a:rPr lang="en-US" sz="1600" b="1"/>
                        <a:t>Order of reactivity:</a:t>
                      </a:r>
                      <a:endParaRPr/>
                    </a:p>
                    <a:p>
                      <a:pPr marL="0" marR="0" lvl="0" indent="0" algn="l" rtl="0">
                        <a:spcBef>
                          <a:spcPts val="0"/>
                        </a:spcBef>
                        <a:spcAft>
                          <a:spcPts val="0"/>
                        </a:spcAft>
                        <a:buNone/>
                      </a:pPr>
                      <a:r>
                        <a:rPr lang="en-US" sz="1600" b="1">
                          <a:solidFill>
                            <a:srgbClr val="0070C0"/>
                          </a:solidFill>
                        </a:rPr>
                        <a:t>3</a:t>
                      </a:r>
                      <a:r>
                        <a:rPr lang="en-US" sz="1600" b="1" baseline="30000">
                          <a:solidFill>
                            <a:srgbClr val="0070C0"/>
                          </a:solidFill>
                        </a:rPr>
                        <a:t>0</a:t>
                      </a:r>
                      <a:r>
                        <a:rPr lang="en-US" sz="1600" b="1">
                          <a:solidFill>
                            <a:srgbClr val="0070C0"/>
                          </a:solidFill>
                        </a:rPr>
                        <a:t> &gt; 2</a:t>
                      </a:r>
                      <a:r>
                        <a:rPr lang="en-US" sz="1600" b="1" baseline="30000">
                          <a:solidFill>
                            <a:srgbClr val="0070C0"/>
                          </a:solidFill>
                        </a:rPr>
                        <a:t>0</a:t>
                      </a:r>
                      <a:r>
                        <a:rPr lang="en-US" sz="1600" b="1">
                          <a:solidFill>
                            <a:srgbClr val="0070C0"/>
                          </a:solidFill>
                        </a:rPr>
                        <a:t> &gt; 1</a:t>
                      </a:r>
                      <a:r>
                        <a:rPr lang="en-US" sz="1600" b="1" baseline="30000">
                          <a:solidFill>
                            <a:srgbClr val="0070C0"/>
                          </a:solidFill>
                        </a:rPr>
                        <a:t>0</a:t>
                      </a:r>
                      <a:r>
                        <a:rPr lang="en-US" sz="1600" b="1">
                          <a:solidFill>
                            <a:srgbClr val="0070C0"/>
                          </a:solidFill>
                        </a:rPr>
                        <a:t> &gt; methyl halide</a:t>
                      </a:r>
                      <a:endParaRPr/>
                    </a:p>
                  </a:txBody>
                  <a:tcPr marL="68575" marR="68575" marT="34300" marB="34300"/>
                </a:tc>
                <a:tc>
                  <a:txBody>
                    <a:bodyPr/>
                    <a:lstStyle/>
                    <a:p>
                      <a:pPr marL="0" marR="0" lvl="0" indent="0" algn="l" rtl="0">
                        <a:spcBef>
                          <a:spcPts val="0"/>
                        </a:spcBef>
                        <a:spcAft>
                          <a:spcPts val="0"/>
                        </a:spcAft>
                        <a:buNone/>
                      </a:pPr>
                      <a:r>
                        <a:rPr lang="en-US" sz="1600" b="1"/>
                        <a:t>Order of reactivity:</a:t>
                      </a:r>
                      <a:endParaRPr/>
                    </a:p>
                    <a:p>
                      <a:pPr marL="0" marR="0" lvl="0" indent="0" algn="l" rtl="0">
                        <a:spcBef>
                          <a:spcPts val="0"/>
                        </a:spcBef>
                        <a:spcAft>
                          <a:spcPts val="0"/>
                        </a:spcAft>
                        <a:buNone/>
                      </a:pPr>
                      <a:r>
                        <a:rPr lang="en-US" sz="1600" b="1">
                          <a:solidFill>
                            <a:srgbClr val="0070C0"/>
                          </a:solidFill>
                        </a:rPr>
                        <a:t>3</a:t>
                      </a:r>
                      <a:r>
                        <a:rPr lang="en-US" sz="1600" b="1" baseline="30000">
                          <a:solidFill>
                            <a:srgbClr val="0070C0"/>
                          </a:solidFill>
                        </a:rPr>
                        <a:t>0</a:t>
                      </a:r>
                      <a:r>
                        <a:rPr lang="en-US" sz="1600" b="1">
                          <a:solidFill>
                            <a:srgbClr val="0070C0"/>
                          </a:solidFill>
                        </a:rPr>
                        <a:t> &lt; 2</a:t>
                      </a:r>
                      <a:r>
                        <a:rPr lang="en-US" sz="1600" b="1" baseline="30000">
                          <a:solidFill>
                            <a:srgbClr val="0070C0"/>
                          </a:solidFill>
                        </a:rPr>
                        <a:t>0</a:t>
                      </a:r>
                      <a:r>
                        <a:rPr lang="en-US" sz="1600" b="1">
                          <a:solidFill>
                            <a:srgbClr val="0070C0"/>
                          </a:solidFill>
                        </a:rPr>
                        <a:t> &lt; 1</a:t>
                      </a:r>
                      <a:r>
                        <a:rPr lang="en-US" sz="1600" b="1" baseline="30000">
                          <a:solidFill>
                            <a:srgbClr val="0070C0"/>
                          </a:solidFill>
                        </a:rPr>
                        <a:t>0</a:t>
                      </a:r>
                      <a:r>
                        <a:rPr lang="en-US" sz="1600" b="1">
                          <a:solidFill>
                            <a:srgbClr val="0070C0"/>
                          </a:solidFill>
                        </a:rPr>
                        <a:t> &lt; methyl halide</a:t>
                      </a:r>
                      <a:endParaRPr/>
                    </a:p>
                  </a:txBody>
                  <a:tcPr marL="68575" marR="68575" marT="34300" marB="34300"/>
                </a:tc>
                <a:extLst>
                  <a:ext uri="{0D108BD9-81ED-4DB2-BD59-A6C34878D82A}">
                    <a16:rowId xmlns:a16="http://schemas.microsoft.com/office/drawing/2014/main" val="10005"/>
                  </a:ext>
                </a:extLst>
              </a:tr>
              <a:tr h="838675">
                <a:tc>
                  <a:txBody>
                    <a:bodyPr/>
                    <a:lstStyle/>
                    <a:p>
                      <a:pPr marL="0" marR="0" lvl="0" indent="0" algn="l" rtl="0">
                        <a:lnSpc>
                          <a:spcPct val="100000"/>
                        </a:lnSpc>
                        <a:spcBef>
                          <a:spcPts val="0"/>
                        </a:spcBef>
                        <a:spcAft>
                          <a:spcPts val="0"/>
                        </a:spcAft>
                        <a:buClr>
                          <a:schemeClr val="lt1"/>
                        </a:buClr>
                        <a:buSzPts val="1600"/>
                        <a:buFont typeface="Century Gothic"/>
                        <a:buNone/>
                      </a:pPr>
                      <a:r>
                        <a:rPr lang="en-US" sz="1600" b="1"/>
                        <a:t>Order of reactivity:</a:t>
                      </a:r>
                      <a:endParaRPr/>
                    </a:p>
                    <a:p>
                      <a:pPr marL="0" marR="0" lvl="0" indent="0" algn="l" rtl="0">
                        <a:spcBef>
                          <a:spcPts val="0"/>
                        </a:spcBef>
                        <a:spcAft>
                          <a:spcPts val="0"/>
                        </a:spcAft>
                        <a:buNone/>
                      </a:pPr>
                      <a:r>
                        <a:rPr lang="en-US" sz="1600" b="1"/>
                        <a:t>R-I &gt; R-Br &gt; R-Cl &gt; R-F</a:t>
                      </a:r>
                      <a:endParaRPr/>
                    </a:p>
                  </a:txBody>
                  <a:tcPr marL="68575" marR="68575" marT="34300" marB="34300"/>
                </a:tc>
                <a:tc>
                  <a:txBody>
                    <a:bodyPr/>
                    <a:lstStyle/>
                    <a:p>
                      <a:pPr marL="0" marR="0" lvl="0" indent="0" algn="l" rtl="0">
                        <a:lnSpc>
                          <a:spcPct val="100000"/>
                        </a:lnSpc>
                        <a:spcBef>
                          <a:spcPts val="0"/>
                        </a:spcBef>
                        <a:spcAft>
                          <a:spcPts val="0"/>
                        </a:spcAft>
                        <a:buClr>
                          <a:schemeClr val="lt1"/>
                        </a:buClr>
                        <a:buSzPts val="1600"/>
                        <a:buFont typeface="Century Gothic"/>
                        <a:buNone/>
                      </a:pPr>
                      <a:r>
                        <a:rPr lang="en-US" sz="1600" b="1"/>
                        <a:t>Order of reactivity:</a:t>
                      </a:r>
                      <a:endParaRPr/>
                    </a:p>
                    <a:p>
                      <a:pPr marL="0" marR="0" lvl="0" indent="0" algn="l" rtl="0">
                        <a:spcBef>
                          <a:spcPts val="0"/>
                        </a:spcBef>
                        <a:spcAft>
                          <a:spcPts val="0"/>
                        </a:spcAft>
                        <a:buNone/>
                      </a:pPr>
                      <a:r>
                        <a:rPr lang="en-US" sz="1600" b="1"/>
                        <a:t>R-I &gt; R-Br &gt; R-Cl &gt; R-F</a:t>
                      </a:r>
                      <a:endParaRPr/>
                    </a:p>
                  </a:txBody>
                  <a:tcPr marL="68575" marR="68575" marT="34300" marB="34300"/>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83"/>
        <p:cNvGrpSpPr/>
        <p:nvPr/>
      </p:nvGrpSpPr>
      <p:grpSpPr>
        <a:xfrm>
          <a:off x="0" y="0"/>
          <a:ext cx="0" cy="0"/>
          <a:chOff x="0" y="0"/>
          <a:chExt cx="0" cy="0"/>
        </a:xfrm>
      </p:grpSpPr>
      <p:sp>
        <p:nvSpPr>
          <p:cNvPr id="10484" name="Google Shape;10484;p28"/>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Haloarenes are the compounds formed by substitution of hydrogen of benzene ring by halogen atoms.</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Haloarene are considered to be different from haloalkanes by virtue of  chemical reactions;</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 Haloarenes have characteristics to undergo electrophilic substitution reactions whereas haloalkanes towards nucleophilic substitution reactions.</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 Haloarenes are less reactive towards nucleophilic substitution reactions due to the following reasons:</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sp>
        <p:nvSpPr>
          <p:cNvPr id="10485" name="Google Shape;10485;p28"/>
          <p:cNvSpPr txBox="1">
            <a:spLocks noGrp="1"/>
          </p:cNvSpPr>
          <p:nvPr>
            <p:ph type="title"/>
          </p:nvPr>
        </p:nvSpPr>
        <p:spPr>
          <a:xfrm>
            <a:off x="381000" y="358140"/>
            <a:ext cx="11430000" cy="7431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Reactions of Haloarenes </a:t>
            </a:r>
            <a:endParaRPr>
              <a:solidFill>
                <a:srgbClr val="3333CC"/>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89"/>
        <p:cNvGrpSpPr/>
        <p:nvPr/>
      </p:nvGrpSpPr>
      <p:grpSpPr>
        <a:xfrm>
          <a:off x="0" y="0"/>
          <a:ext cx="0" cy="0"/>
          <a:chOff x="0" y="0"/>
          <a:chExt cx="0" cy="0"/>
        </a:xfrm>
      </p:grpSpPr>
      <p:sp>
        <p:nvSpPr>
          <p:cNvPr id="10490" name="Google Shape;10490;p29"/>
          <p:cNvSpPr txBox="1">
            <a:spLocks noGrp="1"/>
          </p:cNvSpPr>
          <p:nvPr>
            <p:ph type="body" idx="1"/>
          </p:nvPr>
        </p:nvSpPr>
        <p:spPr>
          <a:xfrm>
            <a:off x="914400" y="1295400"/>
            <a:ext cx="10210800" cy="4739700"/>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100000"/>
              </a:lnSpc>
              <a:spcBef>
                <a:spcPts val="0"/>
              </a:spcBef>
              <a:spcAft>
                <a:spcPts val="0"/>
              </a:spcAft>
              <a:buSzPts val="2000"/>
              <a:buChar char="•"/>
            </a:pPr>
            <a:r>
              <a:rPr lang="en-US" sz="2000">
                <a:solidFill>
                  <a:srgbClr val="FFFF00"/>
                </a:solidFill>
                <a:latin typeface="Times New Roman"/>
                <a:ea typeface="Times New Roman"/>
                <a:cs typeface="Times New Roman"/>
                <a:sym typeface="Times New Roman"/>
              </a:rPr>
              <a:t>Haloarenes are less reactive towards nucleophilic substitution reaction due to </a:t>
            </a:r>
            <a:endParaRPr/>
          </a:p>
          <a:p>
            <a:pPr marL="182880" lvl="0" indent="-182880" algn="l" rtl="0">
              <a:lnSpc>
                <a:spcPct val="100000"/>
              </a:lnSpc>
              <a:spcBef>
                <a:spcPts val="900"/>
              </a:spcBef>
              <a:spcAft>
                <a:spcPts val="0"/>
              </a:spcAft>
              <a:buSzPts val="2000"/>
              <a:buChar char="•"/>
            </a:pPr>
            <a:r>
              <a:rPr lang="en-US" sz="2000">
                <a:solidFill>
                  <a:srgbClr val="FFFF00"/>
                </a:solidFill>
                <a:latin typeface="Times New Roman"/>
                <a:ea typeface="Times New Roman"/>
                <a:cs typeface="Times New Roman"/>
                <a:sym typeface="Times New Roman"/>
              </a:rPr>
              <a:t> A . Resonance Effect:</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The partial  double bond character between C-Cl makes the bond stronger and difficult to remove.</a:t>
            </a:r>
            <a:endParaRPr/>
          </a:p>
          <a:p>
            <a:pPr marL="0" lvl="0" indent="0" algn="l" rtl="0">
              <a:lnSpc>
                <a:spcPct val="100000"/>
              </a:lnSpc>
              <a:spcBef>
                <a:spcPts val="900"/>
              </a:spcBef>
              <a:spcAft>
                <a:spcPts val="0"/>
              </a:spcAft>
              <a:buSzPts val="2000"/>
              <a:buNone/>
            </a:pPr>
            <a:r>
              <a:rPr lang="en-US" sz="2000">
                <a:solidFill>
                  <a:srgbClr val="FFFF00"/>
                </a:solidFill>
                <a:latin typeface="Times New Roman"/>
                <a:ea typeface="Times New Roman"/>
                <a:cs typeface="Times New Roman"/>
                <a:sym typeface="Times New Roman"/>
              </a:rPr>
              <a:t>B Difference in hybridisation of carbon-halogen bond:</a:t>
            </a:r>
            <a:endParaRPr/>
          </a:p>
          <a:p>
            <a:pPr marL="0" lvl="0" indent="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The hybridisation of carbon atom in haloalkanes is sp</a:t>
            </a:r>
            <a:r>
              <a:rPr lang="en-US" sz="2000" baseline="30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–hybrid carbon but in haloarenes it is sp</a:t>
            </a:r>
            <a:r>
              <a:rPr lang="en-US" sz="2000" baseline="30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hybrid orbital due to which C-X bond in haloarene is shorter and stronger and difficult to break.  </a:t>
            </a:r>
            <a:endParaRPr sz="2000">
              <a:latin typeface="Times New Roman"/>
              <a:ea typeface="Times New Roman"/>
              <a:cs typeface="Times New Roman"/>
              <a:sym typeface="Times New Roman"/>
            </a:endParaRPr>
          </a:p>
        </p:txBody>
      </p:sp>
      <p:pic>
        <p:nvPicPr>
          <p:cNvPr id="10491" name="Google Shape;10491;p29"/>
          <p:cNvPicPr preferRelativeResize="0"/>
          <p:nvPr/>
        </p:nvPicPr>
        <p:blipFill rotWithShape="1">
          <a:blip r:embed="rId3">
            <a:alphaModFix/>
          </a:blip>
          <a:srcRect/>
          <a:stretch/>
        </p:blipFill>
        <p:spPr>
          <a:xfrm>
            <a:off x="2743200" y="2057400"/>
            <a:ext cx="5686425" cy="1638300"/>
          </a:xfrm>
          <a:prstGeom prst="rect">
            <a:avLst/>
          </a:prstGeom>
          <a:noFill/>
          <a:ln>
            <a:noFill/>
          </a:ln>
        </p:spPr>
      </p:pic>
      <p:sp>
        <p:nvSpPr>
          <p:cNvPr id="10492" name="Google Shape;10492;p29"/>
          <p:cNvSpPr txBox="1">
            <a:spLocks noGrp="1"/>
          </p:cNvSpPr>
          <p:nvPr>
            <p:ph type="title"/>
          </p:nvPr>
        </p:nvSpPr>
        <p:spPr>
          <a:xfrm>
            <a:off x="381000" y="358140"/>
            <a:ext cx="11430000" cy="7431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Reactions of Haloarenes </a:t>
            </a:r>
            <a:endParaRPr>
              <a:solidFill>
                <a:srgbClr val="3333CC"/>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91"/>
                                        </p:tgtEl>
                                        <p:attrNameLst>
                                          <p:attrName>style.visibility</p:attrName>
                                        </p:attrNameLst>
                                      </p:cBhvr>
                                      <p:to>
                                        <p:strVal val="visible"/>
                                      </p:to>
                                    </p:set>
                                    <p:animEffect transition="in" filter="fade">
                                      <p:cBhvr>
                                        <p:cTn id="7" dur="1000"/>
                                        <p:tgtEl>
                                          <p:spTgt spid="10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96"/>
        <p:cNvGrpSpPr/>
        <p:nvPr/>
      </p:nvGrpSpPr>
      <p:grpSpPr>
        <a:xfrm>
          <a:off x="0" y="0"/>
          <a:ext cx="0" cy="0"/>
          <a:chOff x="0" y="0"/>
          <a:chExt cx="0" cy="0"/>
        </a:xfrm>
      </p:grpSpPr>
      <p:sp>
        <p:nvSpPr>
          <p:cNvPr id="10497" name="Google Shape;10497;p30"/>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400"/>
              <a:buNone/>
            </a:pPr>
            <a:r>
              <a:rPr lang="en-US" sz="2400">
                <a:solidFill>
                  <a:srgbClr val="FFFF00"/>
                </a:solidFill>
                <a:latin typeface="Times New Roman"/>
                <a:ea typeface="Times New Roman"/>
                <a:cs typeface="Times New Roman"/>
                <a:sym typeface="Times New Roman"/>
              </a:rPr>
              <a:t>C . Instability of Phenyl Cation: </a:t>
            </a:r>
            <a:endParaRPr sz="2400">
              <a:solidFill>
                <a:srgbClr val="FFFF00"/>
              </a:solidFill>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In case of haloarenes, the phenyl cation formed as a result of self –ionisation  will not be stabilised by resonance therefore SN1 mechanism is ruled out.</a:t>
            </a:r>
            <a:endParaRPr sz="2400">
              <a:latin typeface="Times New Roman"/>
              <a:ea typeface="Times New Roman"/>
              <a:cs typeface="Times New Roman"/>
              <a:sym typeface="Times New Roman"/>
            </a:endParaRPr>
          </a:p>
          <a:p>
            <a:pPr marL="0" lvl="0" indent="0" algn="l" rtl="0">
              <a:lnSpc>
                <a:spcPct val="100000"/>
              </a:lnSpc>
              <a:spcBef>
                <a:spcPts val="900"/>
              </a:spcBef>
              <a:spcAft>
                <a:spcPts val="0"/>
              </a:spcAft>
              <a:buSzPts val="2400"/>
              <a:buNone/>
            </a:pPr>
            <a:r>
              <a:rPr lang="en-US" sz="2400">
                <a:solidFill>
                  <a:srgbClr val="FFFF00"/>
                </a:solidFill>
                <a:latin typeface="Times New Roman"/>
                <a:ea typeface="Times New Roman"/>
                <a:cs typeface="Times New Roman"/>
                <a:sym typeface="Times New Roman"/>
              </a:rPr>
              <a:t>D. Electronic Repulsions </a:t>
            </a:r>
            <a:r>
              <a:rPr lang="en-US" sz="2400">
                <a:latin typeface="Times New Roman"/>
                <a:ea typeface="Times New Roman"/>
                <a:cs typeface="Times New Roman"/>
                <a:sym typeface="Times New Roman"/>
              </a:rPr>
              <a:t>:Since  haloarene are electron rich due to</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Pi electrons, they repel nucleophiles. </a:t>
            </a:r>
            <a:endParaRPr sz="2400">
              <a:latin typeface="Times New Roman"/>
              <a:ea typeface="Times New Roman"/>
              <a:cs typeface="Times New Roman"/>
              <a:sym typeface="Times New Roman"/>
            </a:endParaRPr>
          </a:p>
        </p:txBody>
      </p:sp>
      <p:sp>
        <p:nvSpPr>
          <p:cNvPr id="10498" name="Google Shape;10498;p30"/>
          <p:cNvSpPr txBox="1">
            <a:spLocks noGrp="1"/>
          </p:cNvSpPr>
          <p:nvPr>
            <p:ph type="title"/>
          </p:nvPr>
        </p:nvSpPr>
        <p:spPr>
          <a:xfrm>
            <a:off x="381000" y="358140"/>
            <a:ext cx="11430000" cy="7431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Reactions of Haloarenes </a:t>
            </a:r>
            <a:endParaRPr>
              <a:solidFill>
                <a:srgbClr val="3333CC"/>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97">
                                            <p:txEl>
                                              <p:pRg st="0" end="0"/>
                                            </p:txEl>
                                          </p:spTgt>
                                        </p:tgtEl>
                                        <p:attrNameLst>
                                          <p:attrName>style.visibility</p:attrName>
                                        </p:attrNameLst>
                                      </p:cBhvr>
                                      <p:to>
                                        <p:strVal val="visible"/>
                                      </p:to>
                                    </p:set>
                                    <p:animEffect transition="in" filter="fade">
                                      <p:cBhvr>
                                        <p:cTn id="7" dur="1000"/>
                                        <p:tgtEl>
                                          <p:spTgt spid="104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97">
                                            <p:txEl>
                                              <p:pRg st="1" end="1"/>
                                            </p:txEl>
                                          </p:spTgt>
                                        </p:tgtEl>
                                        <p:attrNameLst>
                                          <p:attrName>style.visibility</p:attrName>
                                        </p:attrNameLst>
                                      </p:cBhvr>
                                      <p:to>
                                        <p:strVal val="visible"/>
                                      </p:to>
                                    </p:set>
                                    <p:animEffect transition="in" filter="fade">
                                      <p:cBhvr>
                                        <p:cTn id="12" dur="1000"/>
                                        <p:tgtEl>
                                          <p:spTgt spid="104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97">
                                            <p:txEl>
                                              <p:pRg st="2" end="2"/>
                                            </p:txEl>
                                          </p:spTgt>
                                        </p:tgtEl>
                                        <p:attrNameLst>
                                          <p:attrName>style.visibility</p:attrName>
                                        </p:attrNameLst>
                                      </p:cBhvr>
                                      <p:to>
                                        <p:strVal val="visible"/>
                                      </p:to>
                                    </p:set>
                                    <p:animEffect transition="in" filter="fade">
                                      <p:cBhvr>
                                        <p:cTn id="17" dur="1000"/>
                                        <p:tgtEl>
                                          <p:spTgt spid="104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97">
                                            <p:txEl>
                                              <p:pRg st="3" end="3"/>
                                            </p:txEl>
                                          </p:spTgt>
                                        </p:tgtEl>
                                        <p:attrNameLst>
                                          <p:attrName>style.visibility</p:attrName>
                                        </p:attrNameLst>
                                      </p:cBhvr>
                                      <p:to>
                                        <p:strVal val="visible"/>
                                      </p:to>
                                    </p:set>
                                    <p:animEffect transition="in" filter="fade">
                                      <p:cBhvr>
                                        <p:cTn id="22" dur="1000"/>
                                        <p:tgtEl>
                                          <p:spTgt spid="104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02"/>
        <p:cNvGrpSpPr/>
        <p:nvPr/>
      </p:nvGrpSpPr>
      <p:grpSpPr>
        <a:xfrm>
          <a:off x="0" y="0"/>
          <a:ext cx="0" cy="0"/>
          <a:chOff x="0" y="0"/>
          <a:chExt cx="0" cy="0"/>
        </a:xfrm>
      </p:grpSpPr>
      <p:sp>
        <p:nvSpPr>
          <p:cNvPr id="10503" name="Google Shape;10503;p31"/>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Haloarenes undergo  nucleophilic substitutions reactions  in presence of  strong   nucleophiles  and  under high temperature conditions. In haloarenes , the electron pairs on the halogen atom are in conjugation with the pi π electrons of the ring and the following resonating structures are possible: </a:t>
            </a:r>
            <a:endParaRPr/>
          </a:p>
          <a:p>
            <a:pPr marL="182880" lvl="0" indent="-93979" algn="l" rtl="0">
              <a:lnSpc>
                <a:spcPct val="100000"/>
              </a:lnSpc>
              <a:spcBef>
                <a:spcPts val="900"/>
              </a:spcBef>
              <a:spcAft>
                <a:spcPts val="0"/>
              </a:spcAft>
              <a:buSzPts val="1400"/>
              <a:buNone/>
            </a:pPr>
            <a:endParaRPr sz="1400">
              <a:latin typeface="Times New Roman"/>
              <a:ea typeface="Times New Roman"/>
              <a:cs typeface="Times New Roman"/>
              <a:sym typeface="Times New Roman"/>
            </a:endParaRPr>
          </a:p>
          <a:p>
            <a:pPr marL="182880" lvl="0" indent="-93979" algn="l" rtl="0">
              <a:lnSpc>
                <a:spcPct val="100000"/>
              </a:lnSpc>
              <a:spcBef>
                <a:spcPts val="900"/>
              </a:spcBef>
              <a:spcAft>
                <a:spcPts val="0"/>
              </a:spcAft>
              <a:buSzPts val="1400"/>
              <a:buNone/>
            </a:pPr>
            <a:endParaRPr sz="1400">
              <a:latin typeface="Times New Roman"/>
              <a:ea typeface="Times New Roman"/>
              <a:cs typeface="Times New Roman"/>
              <a:sym typeface="Times New Roman"/>
            </a:endParaRPr>
          </a:p>
        </p:txBody>
      </p:sp>
      <p:sp>
        <p:nvSpPr>
          <p:cNvPr id="10504" name="Google Shape;10504;p31"/>
          <p:cNvSpPr/>
          <p:nvPr/>
        </p:nvSpPr>
        <p:spPr>
          <a:xfrm>
            <a:off x="1117600" y="5181601"/>
            <a:ext cx="9855300" cy="1015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lt1"/>
                </a:solidFill>
                <a:latin typeface="Times New Roman"/>
                <a:ea typeface="Times New Roman"/>
                <a:cs typeface="Times New Roman"/>
                <a:sym typeface="Times New Roman"/>
              </a:rPr>
              <a:t> As a result of resonance haloarene ,  there is  delocalisation   of  C− X  bond which acquires a partial double bond character.Bond cleavage  is difficult in haloarenes and hence they are less reactive towards nucleophilic substitution reactions.</a:t>
            </a:r>
            <a:endParaRPr sz="2000">
              <a:solidFill>
                <a:schemeClr val="lt1"/>
              </a:solidFill>
              <a:latin typeface="Century Gothic"/>
              <a:ea typeface="Century Gothic"/>
              <a:cs typeface="Century Gothic"/>
              <a:sym typeface="Century Gothic"/>
            </a:endParaRPr>
          </a:p>
        </p:txBody>
      </p:sp>
      <p:sp>
        <p:nvSpPr>
          <p:cNvPr id="10505" name="Google Shape;10505;p31"/>
          <p:cNvSpPr txBox="1">
            <a:spLocks noGrp="1"/>
          </p:cNvSpPr>
          <p:nvPr>
            <p:ph type="title"/>
          </p:nvPr>
        </p:nvSpPr>
        <p:spPr>
          <a:xfrm>
            <a:off x="381000" y="358140"/>
            <a:ext cx="11430000" cy="10896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Nucleophilic Substitution Reactions of Haloarenes </a:t>
            </a:r>
            <a:endParaRPr>
              <a:solidFill>
                <a:srgbClr val="3333CC"/>
              </a:solidFill>
              <a:latin typeface="Arial"/>
              <a:ea typeface="Arial"/>
              <a:cs typeface="Arial"/>
              <a:sym typeface="Arial"/>
            </a:endParaRPr>
          </a:p>
        </p:txBody>
      </p:sp>
      <p:pic>
        <p:nvPicPr>
          <p:cNvPr id="10506" name="Google Shape;10506;p31"/>
          <p:cNvPicPr preferRelativeResize="0"/>
          <p:nvPr/>
        </p:nvPicPr>
        <p:blipFill rotWithShape="1">
          <a:blip r:embed="rId4">
            <a:alphaModFix/>
          </a:blip>
          <a:srcRect/>
          <a:stretch/>
        </p:blipFill>
        <p:spPr>
          <a:xfrm>
            <a:off x="2971800" y="3429000"/>
            <a:ext cx="5667375" cy="1743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06"/>
                                        </p:tgtEl>
                                        <p:attrNameLst>
                                          <p:attrName>style.visibility</p:attrName>
                                        </p:attrNameLst>
                                      </p:cBhvr>
                                      <p:to>
                                        <p:strVal val="visible"/>
                                      </p:to>
                                    </p:set>
                                    <p:anim calcmode="lin" valueType="num">
                                      <p:cBhvr additive="base">
                                        <p:cTn id="7" dur="500"/>
                                        <p:tgtEl>
                                          <p:spTgt spid="1050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04">
                                            <p:txEl>
                                              <p:pRg st="0" end="0"/>
                                            </p:txEl>
                                          </p:spTgt>
                                        </p:tgtEl>
                                        <p:attrNameLst>
                                          <p:attrName>style.visibility</p:attrName>
                                        </p:attrNameLst>
                                      </p:cBhvr>
                                      <p:to>
                                        <p:strVal val="visible"/>
                                      </p:to>
                                    </p:set>
                                    <p:animEffect transition="in" filter="fade">
                                      <p:cBhvr>
                                        <p:cTn id="12" dur="1000"/>
                                        <p:tgtEl>
                                          <p:spTgt spid="105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10"/>
        <p:cNvGrpSpPr/>
        <p:nvPr/>
      </p:nvGrpSpPr>
      <p:grpSpPr>
        <a:xfrm>
          <a:off x="0" y="0"/>
          <a:ext cx="0" cy="0"/>
          <a:chOff x="0" y="0"/>
          <a:chExt cx="0" cy="0"/>
        </a:xfrm>
      </p:grpSpPr>
      <p:sp>
        <p:nvSpPr>
          <p:cNvPr id="10511" name="Google Shape;10511;p32"/>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On heating the chlorobenzene  with aqueous solution of  NaOH at 623 K and under pressure (300 atm), the halogen atom is replaced by hydroxyl group forming phenol. In the first stage sodium phenoxide is formed which on acidification gives phenol.</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This reaction is called  a Dow’s Process.</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512" name="Google Shape;10512;p32" descr="C:\Users\BRIGMOHAN\Desktop\554-1130_main-qimg-47a2f2e2c77f8f440050433134fd9aff.png"/>
          <p:cNvPicPr preferRelativeResize="0"/>
          <p:nvPr/>
        </p:nvPicPr>
        <p:blipFill rotWithShape="1">
          <a:blip r:embed="rId3">
            <a:alphaModFix/>
          </a:blip>
          <a:srcRect/>
          <a:stretch/>
        </p:blipFill>
        <p:spPr>
          <a:xfrm>
            <a:off x="1219201" y="3962400"/>
            <a:ext cx="9153676" cy="1676400"/>
          </a:xfrm>
          <a:prstGeom prst="rect">
            <a:avLst/>
          </a:prstGeom>
          <a:noFill/>
          <a:ln>
            <a:noFill/>
          </a:ln>
        </p:spPr>
      </p:pic>
      <p:sp>
        <p:nvSpPr>
          <p:cNvPr id="10513" name="Google Shape;10513;p32"/>
          <p:cNvSpPr txBox="1">
            <a:spLocks noGrp="1"/>
          </p:cNvSpPr>
          <p:nvPr>
            <p:ph type="title"/>
          </p:nvPr>
        </p:nvSpPr>
        <p:spPr>
          <a:xfrm>
            <a:off x="381000" y="358140"/>
            <a:ext cx="11430000" cy="10896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3333CC"/>
              </a:buClr>
              <a:buSzPct val="100000"/>
              <a:buFont typeface="Arial"/>
              <a:buNone/>
            </a:pPr>
            <a:r>
              <a:rPr lang="en-US">
                <a:solidFill>
                  <a:srgbClr val="3333CC"/>
                </a:solidFill>
                <a:latin typeface="Arial"/>
                <a:ea typeface="Arial"/>
                <a:cs typeface="Arial"/>
                <a:sym typeface="Arial"/>
              </a:rPr>
              <a:t>Nucleophilic Substitution Reactions of Haloarenes </a:t>
            </a:r>
            <a:endParaRPr>
              <a:solidFill>
                <a:srgbClr val="3333CC"/>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17"/>
        <p:cNvGrpSpPr/>
        <p:nvPr/>
      </p:nvGrpSpPr>
      <p:grpSpPr>
        <a:xfrm>
          <a:off x="0" y="0"/>
          <a:ext cx="0" cy="0"/>
          <a:chOff x="0" y="0"/>
          <a:chExt cx="0" cy="0"/>
        </a:xfrm>
      </p:grpSpPr>
      <p:sp>
        <p:nvSpPr>
          <p:cNvPr id="10518" name="Google Shape;10518;p33"/>
          <p:cNvSpPr txBox="1">
            <a:spLocks noGrp="1"/>
          </p:cNvSpPr>
          <p:nvPr>
            <p:ph type="title"/>
          </p:nvPr>
        </p:nvSpPr>
        <p:spPr>
          <a:xfrm>
            <a:off x="1066800" y="1600200"/>
            <a:ext cx="10210800" cy="144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00"/>
              </a:buClr>
              <a:buSzPts val="2800"/>
              <a:buFont typeface="Times New Roman"/>
              <a:buNone/>
            </a:pPr>
            <a:r>
              <a:rPr lang="en-US" sz="2800">
                <a:solidFill>
                  <a:srgbClr val="FFFF00"/>
                </a:solidFill>
                <a:latin typeface="Times New Roman"/>
                <a:ea typeface="Times New Roman"/>
                <a:cs typeface="Times New Roman"/>
                <a:sym typeface="Times New Roman"/>
              </a:rPr>
              <a:t>Effect of substituents  on the reactivity  of haloarenes towards nucleophlic Substitution Reactions</a:t>
            </a:r>
            <a:endParaRPr sz="2800">
              <a:solidFill>
                <a:srgbClr val="FFFF00"/>
              </a:solidFill>
              <a:latin typeface="Times New Roman"/>
              <a:ea typeface="Times New Roman"/>
              <a:cs typeface="Times New Roman"/>
              <a:sym typeface="Times New Roman"/>
            </a:endParaRPr>
          </a:p>
        </p:txBody>
      </p:sp>
      <p:sp>
        <p:nvSpPr>
          <p:cNvPr id="10519" name="Google Shape;10519;p33"/>
          <p:cNvSpPr txBox="1">
            <a:spLocks noGrp="1"/>
          </p:cNvSpPr>
          <p:nvPr>
            <p:ph type="body" idx="1"/>
          </p:nvPr>
        </p:nvSpPr>
        <p:spPr>
          <a:xfrm>
            <a:off x="1143000" y="2895600"/>
            <a:ext cx="9982200" cy="3139500"/>
          </a:xfrm>
          <a:prstGeom prst="rect">
            <a:avLst/>
          </a:prstGeom>
          <a:noFill/>
          <a:ln>
            <a:noFill/>
          </a:ln>
        </p:spPr>
        <p:txBody>
          <a:bodyPr spcFirstLastPara="1" wrap="square" lIns="91425" tIns="45700" rIns="91425" bIns="45700" anchor="t" anchorCtr="0">
            <a:normAutofit fontScale="92500"/>
          </a:bodyPr>
          <a:lstStyle/>
          <a:p>
            <a:pPr marL="1005839" lvl="3" indent="-182879" algn="l" rtl="0">
              <a:lnSpc>
                <a:spcPct val="100000"/>
              </a:lnSpc>
              <a:spcBef>
                <a:spcPts val="0"/>
              </a:spcBef>
              <a:spcAft>
                <a:spcPts val="0"/>
              </a:spcAft>
              <a:buSzPct val="100000"/>
              <a:buNone/>
            </a:pPr>
            <a:endParaRPr sz="2400">
              <a:latin typeface="Times New Roman"/>
              <a:ea typeface="Times New Roman"/>
              <a:cs typeface="Times New Roman"/>
              <a:sym typeface="Times New Roman"/>
            </a:endParaRPr>
          </a:p>
          <a:p>
            <a:pPr marL="1005839" lvl="3" indent="-182879" algn="l" rtl="0">
              <a:lnSpc>
                <a:spcPct val="100000"/>
              </a:lnSpc>
              <a:spcBef>
                <a:spcPts val="500"/>
              </a:spcBef>
              <a:spcAft>
                <a:spcPts val="0"/>
              </a:spcAft>
              <a:buSzPct val="100000"/>
              <a:buNone/>
            </a:pPr>
            <a:endParaRPr sz="2400">
              <a:latin typeface="Times New Roman"/>
              <a:ea typeface="Times New Roman"/>
              <a:cs typeface="Times New Roman"/>
              <a:sym typeface="Times New Roman"/>
            </a:endParaRPr>
          </a:p>
          <a:p>
            <a:pPr marL="1005839" lvl="3" indent="-182879" algn="l" rtl="0">
              <a:lnSpc>
                <a:spcPct val="100000"/>
              </a:lnSpc>
              <a:spcBef>
                <a:spcPts val="500"/>
              </a:spcBef>
              <a:spcAft>
                <a:spcPts val="0"/>
              </a:spcAft>
              <a:buSzPct val="100000"/>
              <a:buNone/>
            </a:pPr>
            <a:r>
              <a:rPr lang="en-US" sz="2400">
                <a:latin typeface="Times New Roman"/>
                <a:ea typeface="Times New Roman"/>
                <a:cs typeface="Times New Roman"/>
                <a:sym typeface="Times New Roman"/>
              </a:rPr>
              <a:t>The presence of certain groups at certain positions of the ring markedly effect the reactivity of haloarenes. It has been observed that the presence of electron withdrawing groups such as − NO</a:t>
            </a:r>
            <a:r>
              <a:rPr lang="en-US" sz="2400" baseline="-25000">
                <a:latin typeface="Times New Roman"/>
                <a:ea typeface="Times New Roman"/>
                <a:cs typeface="Times New Roman"/>
                <a:sym typeface="Times New Roman"/>
              </a:rPr>
              <a:t>2</a:t>
            </a:r>
            <a:r>
              <a:rPr lang="en-US" sz="2400">
                <a:latin typeface="Times New Roman"/>
                <a:ea typeface="Times New Roman"/>
                <a:cs typeface="Times New Roman"/>
                <a:sym typeface="Times New Roman"/>
              </a:rPr>
              <a:t>, − CN, − COOH etc at o- and p- positions to the halogen atom greatly activates the halogen group towards nucleophilic substitution reactions. Further ,greater the number of EWG present at o- and p- positions w.r.t. the hlogen, more reactive will the haloarene.</a:t>
            </a:r>
            <a:endParaRPr/>
          </a:p>
          <a:p>
            <a:pPr marL="1005839" lvl="3" indent="-182879" algn="l" rtl="0">
              <a:lnSpc>
                <a:spcPct val="100000"/>
              </a:lnSpc>
              <a:spcBef>
                <a:spcPts val="500"/>
              </a:spcBef>
              <a:spcAft>
                <a:spcPts val="0"/>
              </a:spcAft>
              <a:buSzPct val="100000"/>
              <a:buNone/>
            </a:pPr>
            <a:endParaRPr/>
          </a:p>
          <a:p>
            <a:pPr marL="182880" lvl="0" indent="-77152" algn="l" rtl="0">
              <a:lnSpc>
                <a:spcPct val="100000"/>
              </a:lnSpc>
              <a:spcBef>
                <a:spcPts val="900"/>
              </a:spcBef>
              <a:spcAft>
                <a:spcPts val="0"/>
              </a:spcAft>
              <a:buSzPct val="100000"/>
              <a:buNone/>
            </a:pPr>
            <a:endParaRPr/>
          </a:p>
        </p:txBody>
      </p:sp>
      <p:sp>
        <p:nvSpPr>
          <p:cNvPr id="10520" name="Google Shape;10520;p33"/>
          <p:cNvSpPr txBox="1"/>
          <p:nvPr/>
        </p:nvSpPr>
        <p:spPr>
          <a:xfrm>
            <a:off x="381000" y="358140"/>
            <a:ext cx="11430000" cy="10896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lnSpcReduction="20000"/>
          </a:bodyPr>
          <a:lstStyle/>
          <a:p>
            <a:pPr marL="0" marR="0" lvl="0" indent="0" algn="ctr" rtl="0">
              <a:lnSpc>
                <a:spcPct val="90000"/>
              </a:lnSpc>
              <a:spcBef>
                <a:spcPts val="0"/>
              </a:spcBef>
              <a:spcAft>
                <a:spcPts val="0"/>
              </a:spcAft>
              <a:buClr>
                <a:srgbClr val="3333CC"/>
              </a:buClr>
              <a:buSzPct val="100000"/>
              <a:buFont typeface="Arial"/>
              <a:buNone/>
            </a:pPr>
            <a:r>
              <a:rPr lang="en-US" sz="4800" cap="none">
                <a:solidFill>
                  <a:srgbClr val="3333CC"/>
                </a:solidFill>
                <a:latin typeface="Arial"/>
                <a:ea typeface="Arial"/>
                <a:cs typeface="Arial"/>
                <a:sym typeface="Arial"/>
              </a:rPr>
              <a:t>Nucleophilic Substitution Reactions of Haloarenes </a:t>
            </a:r>
            <a:endParaRPr sz="4800" cap="none">
              <a:solidFill>
                <a:srgbClr val="3333CC"/>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24"/>
        <p:cNvGrpSpPr/>
        <p:nvPr/>
      </p:nvGrpSpPr>
      <p:grpSpPr>
        <a:xfrm>
          <a:off x="0" y="0"/>
          <a:ext cx="0" cy="0"/>
          <a:chOff x="0" y="0"/>
          <a:chExt cx="0" cy="0"/>
        </a:xfrm>
      </p:grpSpPr>
      <p:sp>
        <p:nvSpPr>
          <p:cNvPr id="10525" name="Google Shape;10525;p34"/>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00"/>
              </a:buClr>
              <a:buSzPts val="2800"/>
              <a:buFont typeface="Times New Roman"/>
              <a:buNone/>
            </a:pPr>
            <a:r>
              <a:rPr lang="en-US" sz="2800">
                <a:solidFill>
                  <a:srgbClr val="FFFF00"/>
                </a:solidFill>
                <a:latin typeface="Times New Roman"/>
                <a:ea typeface="Times New Roman"/>
                <a:cs typeface="Times New Roman"/>
                <a:sym typeface="Times New Roman"/>
              </a:rPr>
              <a:t>Effect</a:t>
            </a:r>
            <a:r>
              <a:rPr lang="en-US" sz="2400">
                <a:solidFill>
                  <a:srgbClr val="FFFF00"/>
                </a:solidFill>
                <a:latin typeface="Times New Roman"/>
                <a:ea typeface="Times New Roman"/>
                <a:cs typeface="Times New Roman"/>
                <a:sym typeface="Times New Roman"/>
              </a:rPr>
              <a:t> of substituents on the reactivity of haloarenes towards nucleophlic Substitution Reactions</a:t>
            </a:r>
            <a:endParaRPr sz="2400">
              <a:solidFill>
                <a:srgbClr val="FFFF00"/>
              </a:solidFill>
              <a:latin typeface="Times New Roman"/>
              <a:ea typeface="Times New Roman"/>
              <a:cs typeface="Times New Roman"/>
              <a:sym typeface="Times New Roman"/>
            </a:endParaRPr>
          </a:p>
        </p:txBody>
      </p:sp>
      <p:pic>
        <p:nvPicPr>
          <p:cNvPr id="10526" name="Google Shape;10526;p34" descr="C:\Users\divyanshi\Desktop\nsr.png"/>
          <p:cNvPicPr preferRelativeResize="0">
            <a:picLocks noGrp="1"/>
          </p:cNvPicPr>
          <p:nvPr>
            <p:ph type="body" idx="1"/>
          </p:nvPr>
        </p:nvPicPr>
        <p:blipFill rotWithShape="1">
          <a:blip r:embed="rId3">
            <a:alphaModFix/>
          </a:blip>
          <a:srcRect/>
          <a:stretch/>
        </p:blipFill>
        <p:spPr>
          <a:xfrm>
            <a:off x="1524000" y="2667000"/>
            <a:ext cx="3810000" cy="2933700"/>
          </a:xfrm>
          <a:prstGeom prst="rect">
            <a:avLst/>
          </a:prstGeom>
          <a:noFill/>
          <a:ln>
            <a:noFill/>
          </a:ln>
        </p:spPr>
      </p:pic>
      <p:pic>
        <p:nvPicPr>
          <p:cNvPr id="10527" name="Google Shape;10527;p34" descr="C:\Users\divyanshi\Desktop\nsr1.png"/>
          <p:cNvPicPr preferRelativeResize="0"/>
          <p:nvPr/>
        </p:nvPicPr>
        <p:blipFill rotWithShape="1">
          <a:blip r:embed="rId4">
            <a:alphaModFix/>
          </a:blip>
          <a:srcRect/>
          <a:stretch/>
        </p:blipFill>
        <p:spPr>
          <a:xfrm>
            <a:off x="7112000" y="1828800"/>
            <a:ext cx="4470400" cy="472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531"/>
        <p:cNvGrpSpPr/>
        <p:nvPr/>
      </p:nvGrpSpPr>
      <p:grpSpPr>
        <a:xfrm>
          <a:off x="0" y="0"/>
          <a:ext cx="0" cy="0"/>
          <a:chOff x="0" y="0"/>
          <a:chExt cx="0" cy="0"/>
        </a:xfrm>
      </p:grpSpPr>
      <p:sp>
        <p:nvSpPr>
          <p:cNvPr id="10532" name="Google Shape;10532;p35"/>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400"/>
              <a:buFont typeface="Times New Roman"/>
              <a:buNone/>
            </a:pPr>
            <a:r>
              <a:rPr lang="en-US" sz="2400">
                <a:latin typeface="Times New Roman"/>
                <a:ea typeface="Times New Roman"/>
                <a:cs typeface="Times New Roman"/>
                <a:sym typeface="Times New Roman"/>
              </a:rPr>
              <a:t>Explanation and Mechanism:</a:t>
            </a:r>
            <a:endParaRPr sz="2400">
              <a:latin typeface="Times New Roman"/>
              <a:ea typeface="Times New Roman"/>
              <a:cs typeface="Times New Roman"/>
              <a:sym typeface="Times New Roman"/>
            </a:endParaRPr>
          </a:p>
        </p:txBody>
      </p:sp>
      <p:sp>
        <p:nvSpPr>
          <p:cNvPr id="10533" name="Google Shape;10533;p35"/>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68579" algn="l" rtl="0">
              <a:lnSpc>
                <a:spcPct val="100000"/>
              </a:lnSpc>
              <a:spcBef>
                <a:spcPts val="0"/>
              </a:spcBef>
              <a:spcAft>
                <a:spcPts val="0"/>
              </a:spcAft>
              <a:buSzPts val="1800"/>
              <a:buNone/>
            </a:pPr>
            <a:endParaRPr/>
          </a:p>
        </p:txBody>
      </p:sp>
      <p:pic>
        <p:nvPicPr>
          <p:cNvPr id="10534" name="Google Shape;10534;p35"/>
          <p:cNvPicPr preferRelativeResize="0"/>
          <p:nvPr/>
        </p:nvPicPr>
        <p:blipFill rotWithShape="1">
          <a:blip r:embed="rId3">
            <a:alphaModFix/>
          </a:blip>
          <a:srcRect/>
          <a:stretch/>
        </p:blipFill>
        <p:spPr>
          <a:xfrm>
            <a:off x="1295400" y="1676400"/>
            <a:ext cx="9524999" cy="4648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38"/>
        <p:cNvGrpSpPr/>
        <p:nvPr/>
      </p:nvGrpSpPr>
      <p:grpSpPr>
        <a:xfrm>
          <a:off x="0" y="0"/>
          <a:ext cx="0" cy="0"/>
          <a:chOff x="0" y="0"/>
          <a:chExt cx="0" cy="0"/>
        </a:xfrm>
      </p:grpSpPr>
      <p:sp>
        <p:nvSpPr>
          <p:cNvPr id="10539" name="Google Shape;10539;p36"/>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800"/>
              <a:buFont typeface="Times New Roman"/>
              <a:buNone/>
            </a:pPr>
            <a:r>
              <a:rPr lang="en-US" sz="2800">
                <a:latin typeface="Times New Roman"/>
                <a:ea typeface="Times New Roman"/>
                <a:cs typeface="Times New Roman"/>
                <a:sym typeface="Times New Roman"/>
              </a:rPr>
              <a:t> </a:t>
            </a:r>
            <a:r>
              <a:rPr lang="en-US" sz="2800">
                <a:solidFill>
                  <a:srgbClr val="FFFF00"/>
                </a:solidFill>
                <a:latin typeface="Times New Roman"/>
                <a:ea typeface="Times New Roman"/>
                <a:cs typeface="Times New Roman"/>
                <a:sym typeface="Times New Roman"/>
              </a:rPr>
              <a:t>Why does - NO</a:t>
            </a:r>
            <a:r>
              <a:rPr lang="en-US" sz="2800" baseline="-25000">
                <a:solidFill>
                  <a:srgbClr val="FFFF00"/>
                </a:solidFill>
                <a:latin typeface="Times New Roman"/>
                <a:ea typeface="Times New Roman"/>
                <a:cs typeface="Times New Roman"/>
                <a:sym typeface="Times New Roman"/>
              </a:rPr>
              <a:t>2  </a:t>
            </a:r>
            <a:r>
              <a:rPr lang="en-US" sz="2800">
                <a:solidFill>
                  <a:srgbClr val="FFFF00"/>
                </a:solidFill>
                <a:latin typeface="Times New Roman"/>
                <a:ea typeface="Times New Roman"/>
                <a:cs typeface="Times New Roman"/>
                <a:sym typeface="Times New Roman"/>
              </a:rPr>
              <a:t>Group shows it effect only at ortho and para position not at meta position?</a:t>
            </a:r>
            <a:endParaRPr sz="2800">
              <a:solidFill>
                <a:srgbClr val="FFFF00"/>
              </a:solidFill>
              <a:latin typeface="Times New Roman"/>
              <a:ea typeface="Times New Roman"/>
              <a:cs typeface="Times New Roman"/>
              <a:sym typeface="Times New Roman"/>
            </a:endParaRPr>
          </a:p>
        </p:txBody>
      </p:sp>
      <p:sp>
        <p:nvSpPr>
          <p:cNvPr id="10540" name="Google Shape;10540;p36"/>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fontScale="40000" lnSpcReduction="20000"/>
          </a:bodyPr>
          <a:lstStyle/>
          <a:p>
            <a:pPr marL="182880" lvl="0" indent="-182880" algn="l" rtl="0">
              <a:lnSpc>
                <a:spcPct val="100000"/>
              </a:lnSpc>
              <a:spcBef>
                <a:spcPts val="0"/>
              </a:spcBef>
              <a:spcAft>
                <a:spcPts val="0"/>
              </a:spcAft>
              <a:buSzPct val="100000"/>
              <a:buChar char="•"/>
            </a:pPr>
            <a:r>
              <a:rPr lang="en-US" sz="6000">
                <a:latin typeface="Times New Roman"/>
                <a:ea typeface="Times New Roman"/>
                <a:cs typeface="Times New Roman"/>
                <a:sym typeface="Times New Roman"/>
              </a:rPr>
              <a:t>The presence of  NO</a:t>
            </a:r>
            <a:r>
              <a:rPr lang="en-US" sz="6000" baseline="-25000">
                <a:latin typeface="Times New Roman"/>
                <a:ea typeface="Times New Roman"/>
                <a:cs typeface="Times New Roman"/>
                <a:sym typeface="Times New Roman"/>
              </a:rPr>
              <a:t>2</a:t>
            </a:r>
            <a:r>
              <a:rPr lang="en-US" sz="6000">
                <a:latin typeface="Times New Roman"/>
                <a:ea typeface="Times New Roman"/>
                <a:cs typeface="Times New Roman"/>
                <a:sym typeface="Times New Roman"/>
              </a:rPr>
              <a:t> at ortho and para positions withdraws electron density from the benzene ring and therefore ,felicitates  the attack of the nucleophiles on haloarenes.</a:t>
            </a:r>
            <a:endParaRPr/>
          </a:p>
          <a:p>
            <a:pPr marL="182880" lvl="0" indent="-182880" algn="l" rtl="0">
              <a:lnSpc>
                <a:spcPct val="100000"/>
              </a:lnSpc>
              <a:spcBef>
                <a:spcPts val="900"/>
              </a:spcBef>
              <a:spcAft>
                <a:spcPts val="0"/>
              </a:spcAft>
              <a:buSzPct val="100000"/>
              <a:buChar char="•"/>
            </a:pPr>
            <a:r>
              <a:rPr lang="en-US" sz="6000">
                <a:latin typeface="Times New Roman"/>
                <a:ea typeface="Times New Roman"/>
                <a:cs typeface="Times New Roman"/>
                <a:sym typeface="Times New Roman"/>
              </a:rPr>
              <a:t>In case of o- &amp; p -chloronitrobenzenes, resonating structures carries a negative charge carbon atom bearing on the NO</a:t>
            </a:r>
            <a:r>
              <a:rPr lang="en-US" sz="6000" baseline="-25000">
                <a:latin typeface="Times New Roman"/>
                <a:ea typeface="Times New Roman"/>
                <a:cs typeface="Times New Roman"/>
                <a:sym typeface="Times New Roman"/>
              </a:rPr>
              <a:t>2</a:t>
            </a:r>
            <a:r>
              <a:rPr lang="en-US" sz="6000">
                <a:latin typeface="Times New Roman"/>
                <a:ea typeface="Times New Roman"/>
                <a:cs typeface="Times New Roman"/>
                <a:sym typeface="Times New Roman"/>
              </a:rPr>
              <a:t> group.Hence these carbanions are stabilized by NO</a:t>
            </a:r>
            <a:r>
              <a:rPr lang="en-US" sz="6000" baseline="-25000">
                <a:latin typeface="Times New Roman"/>
                <a:ea typeface="Times New Roman"/>
                <a:cs typeface="Times New Roman"/>
                <a:sym typeface="Times New Roman"/>
              </a:rPr>
              <a:t>2</a:t>
            </a:r>
            <a:r>
              <a:rPr lang="en-US" sz="6000">
                <a:latin typeface="Times New Roman"/>
                <a:ea typeface="Times New Roman"/>
                <a:cs typeface="Times New Roman"/>
                <a:sym typeface="Times New Roman"/>
              </a:rPr>
              <a:t> group as well as by the π –electrons of benzene  ring.</a:t>
            </a:r>
            <a:endParaRPr/>
          </a:p>
          <a:p>
            <a:pPr marL="182880" lvl="0" indent="-182880" algn="l" rtl="0">
              <a:lnSpc>
                <a:spcPct val="100000"/>
              </a:lnSpc>
              <a:spcBef>
                <a:spcPts val="900"/>
              </a:spcBef>
              <a:spcAft>
                <a:spcPts val="0"/>
              </a:spcAft>
              <a:buSzPct val="100000"/>
              <a:buChar char="•"/>
            </a:pPr>
            <a:r>
              <a:rPr lang="en-US" sz="6000">
                <a:latin typeface="Times New Roman"/>
                <a:ea typeface="Times New Roman"/>
                <a:cs typeface="Times New Roman"/>
                <a:sym typeface="Times New Roman"/>
              </a:rPr>
              <a:t>In case of m – chloronitrobenzenes, there is no such structure in which negative charge on carbon atom bearing NO</a:t>
            </a:r>
            <a:r>
              <a:rPr lang="en-US" sz="6000" baseline="-25000">
                <a:latin typeface="Times New Roman"/>
                <a:ea typeface="Times New Roman"/>
                <a:cs typeface="Times New Roman"/>
                <a:sym typeface="Times New Roman"/>
              </a:rPr>
              <a:t>2</a:t>
            </a:r>
            <a:r>
              <a:rPr lang="en-US" sz="6000">
                <a:latin typeface="Times New Roman"/>
                <a:ea typeface="Times New Roman"/>
                <a:cs typeface="Times New Roman"/>
                <a:sym typeface="Times New Roman"/>
              </a:rPr>
              <a:t> group.</a:t>
            </a:r>
            <a:r>
              <a:rPr lang="en-US" sz="3200">
                <a:latin typeface="Times New Roman"/>
                <a:ea typeface="Times New Roman"/>
                <a:cs typeface="Times New Roman"/>
                <a:sym typeface="Times New Roman"/>
              </a:rPr>
              <a:t>So</a:t>
            </a:r>
            <a:r>
              <a:rPr lang="en-US" sz="6000">
                <a:latin typeface="Times New Roman"/>
                <a:ea typeface="Times New Roman"/>
                <a:cs typeface="Times New Roman"/>
                <a:sym typeface="Times New Roman"/>
              </a:rPr>
              <a:t> in case of m – chloronitrobenzenes, carbanion is not stablised by the NO</a:t>
            </a:r>
            <a:r>
              <a:rPr lang="en-US" sz="6000" baseline="-25000">
                <a:latin typeface="Times New Roman"/>
                <a:ea typeface="Times New Roman"/>
                <a:cs typeface="Times New Roman"/>
                <a:sym typeface="Times New Roman"/>
              </a:rPr>
              <a:t>2</a:t>
            </a:r>
            <a:r>
              <a:rPr lang="en-US" sz="6000">
                <a:latin typeface="Times New Roman"/>
                <a:ea typeface="Times New Roman"/>
                <a:cs typeface="Times New Roman"/>
                <a:sym typeface="Times New Roman"/>
              </a:rPr>
              <a:t> group but is stablised by π -electrons of the benzene ring.</a:t>
            </a:r>
            <a:endParaRPr sz="6000">
              <a:latin typeface="Times New Roman"/>
              <a:ea typeface="Times New Roman"/>
              <a:cs typeface="Times New Roman"/>
              <a:sym typeface="Times New Roman"/>
            </a:endParaRPr>
          </a:p>
          <a:p>
            <a:pPr marL="182880" lvl="0" indent="-30479" algn="l" rtl="0">
              <a:lnSpc>
                <a:spcPct val="100000"/>
              </a:lnSpc>
              <a:spcBef>
                <a:spcPts val="900"/>
              </a:spcBef>
              <a:spcAft>
                <a:spcPts val="0"/>
              </a:spcAft>
              <a:buSzPct val="100000"/>
              <a:buNone/>
            </a:pPr>
            <a:endParaRPr sz="6000">
              <a:latin typeface="Times New Roman"/>
              <a:ea typeface="Times New Roman"/>
              <a:cs typeface="Times New Roman"/>
              <a:sym typeface="Times New Roman"/>
            </a:endParaRPr>
          </a:p>
          <a:p>
            <a:pPr marL="182880" lvl="0" indent="-132080"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132080"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132080"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132080"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0">
                                            <p:txEl>
                                              <p:pRg st="0" end="0"/>
                                            </p:txEl>
                                          </p:spTgt>
                                        </p:tgtEl>
                                        <p:attrNameLst>
                                          <p:attrName>style.visibility</p:attrName>
                                        </p:attrNameLst>
                                      </p:cBhvr>
                                      <p:to>
                                        <p:strVal val="visible"/>
                                      </p:to>
                                    </p:set>
                                    <p:anim calcmode="lin" valueType="num">
                                      <p:cBhvr additive="base">
                                        <p:cTn id="7" dur="500"/>
                                        <p:tgtEl>
                                          <p:spTgt spid="1054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540">
                                            <p:txEl>
                                              <p:pRg st="1" end="1"/>
                                            </p:txEl>
                                          </p:spTgt>
                                        </p:tgtEl>
                                        <p:attrNameLst>
                                          <p:attrName>style.visibility</p:attrName>
                                        </p:attrNameLst>
                                      </p:cBhvr>
                                      <p:to>
                                        <p:strVal val="visible"/>
                                      </p:to>
                                    </p:set>
                                    <p:anim calcmode="lin" valueType="num">
                                      <p:cBhvr additive="base">
                                        <p:cTn id="12" dur="500"/>
                                        <p:tgtEl>
                                          <p:spTgt spid="1054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540">
                                            <p:txEl>
                                              <p:pRg st="2" end="2"/>
                                            </p:txEl>
                                          </p:spTgt>
                                        </p:tgtEl>
                                        <p:attrNameLst>
                                          <p:attrName>style.visibility</p:attrName>
                                        </p:attrNameLst>
                                      </p:cBhvr>
                                      <p:to>
                                        <p:strVal val="visible"/>
                                      </p:to>
                                    </p:set>
                                    <p:anim calcmode="lin" valueType="num">
                                      <p:cBhvr additive="base">
                                        <p:cTn id="17" dur="500"/>
                                        <p:tgtEl>
                                          <p:spTgt spid="1054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540">
                                            <p:txEl>
                                              <p:pRg st="3" end="3"/>
                                            </p:txEl>
                                          </p:spTgt>
                                        </p:tgtEl>
                                        <p:attrNameLst>
                                          <p:attrName>style.visibility</p:attrName>
                                        </p:attrNameLst>
                                      </p:cBhvr>
                                      <p:to>
                                        <p:strVal val="visible"/>
                                      </p:to>
                                    </p:set>
                                    <p:anim calcmode="lin" valueType="num">
                                      <p:cBhvr additive="base">
                                        <p:cTn id="22" dur="500"/>
                                        <p:tgtEl>
                                          <p:spTgt spid="1054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540">
                                            <p:txEl>
                                              <p:pRg st="4" end="4"/>
                                            </p:txEl>
                                          </p:spTgt>
                                        </p:tgtEl>
                                        <p:attrNameLst>
                                          <p:attrName>style.visibility</p:attrName>
                                        </p:attrNameLst>
                                      </p:cBhvr>
                                      <p:to>
                                        <p:strVal val="visible"/>
                                      </p:to>
                                    </p:set>
                                    <p:anim calcmode="lin" valueType="num">
                                      <p:cBhvr additive="base">
                                        <p:cTn id="27" dur="500"/>
                                        <p:tgtEl>
                                          <p:spTgt spid="1054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540">
                                            <p:txEl>
                                              <p:pRg st="5" end="5"/>
                                            </p:txEl>
                                          </p:spTgt>
                                        </p:tgtEl>
                                        <p:attrNameLst>
                                          <p:attrName>style.visibility</p:attrName>
                                        </p:attrNameLst>
                                      </p:cBhvr>
                                      <p:to>
                                        <p:strVal val="visible"/>
                                      </p:to>
                                    </p:set>
                                    <p:anim calcmode="lin" valueType="num">
                                      <p:cBhvr additive="base">
                                        <p:cTn id="32" dur="500"/>
                                        <p:tgtEl>
                                          <p:spTgt spid="1054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540">
                                            <p:txEl>
                                              <p:pRg st="6" end="6"/>
                                            </p:txEl>
                                          </p:spTgt>
                                        </p:tgtEl>
                                        <p:attrNameLst>
                                          <p:attrName>style.visibility</p:attrName>
                                        </p:attrNameLst>
                                      </p:cBhvr>
                                      <p:to>
                                        <p:strVal val="visible"/>
                                      </p:to>
                                    </p:set>
                                    <p:anim calcmode="lin" valueType="num">
                                      <p:cBhvr additive="base">
                                        <p:cTn id="37" dur="500"/>
                                        <p:tgtEl>
                                          <p:spTgt spid="1054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540">
                                            <p:txEl>
                                              <p:pRg st="7" end="7"/>
                                            </p:txEl>
                                          </p:spTgt>
                                        </p:tgtEl>
                                        <p:attrNameLst>
                                          <p:attrName>style.visibility</p:attrName>
                                        </p:attrNameLst>
                                      </p:cBhvr>
                                      <p:to>
                                        <p:strVal val="visible"/>
                                      </p:to>
                                    </p:set>
                                    <p:anim calcmode="lin" valueType="num">
                                      <p:cBhvr additive="base">
                                        <p:cTn id="42" dur="500"/>
                                        <p:tgtEl>
                                          <p:spTgt spid="1054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44"/>
        <p:cNvGrpSpPr/>
        <p:nvPr/>
      </p:nvGrpSpPr>
      <p:grpSpPr>
        <a:xfrm>
          <a:off x="0" y="0"/>
          <a:ext cx="0" cy="0"/>
          <a:chOff x="0" y="0"/>
          <a:chExt cx="0" cy="0"/>
        </a:xfrm>
      </p:grpSpPr>
      <p:sp>
        <p:nvSpPr>
          <p:cNvPr id="10545" name="Google Shape;10545;p37"/>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100000"/>
              </a:lnSpc>
              <a:spcBef>
                <a:spcPts val="0"/>
              </a:spcBef>
              <a:spcAft>
                <a:spcPts val="0"/>
              </a:spcAft>
              <a:buSzPct val="100000"/>
              <a:buChar char="•"/>
            </a:pPr>
            <a:r>
              <a:rPr lang="en-US" sz="2000">
                <a:latin typeface="Times New Roman"/>
                <a:ea typeface="Times New Roman"/>
                <a:cs typeface="Times New Roman"/>
                <a:sym typeface="Times New Roman"/>
              </a:rPr>
              <a:t>Haloarenes undergo electrophilic substitutions reactions in the benzene ring. The halogen atom is o- and p- directing towards electrophilic substitution reactions and therefore, substitution reactions takes place at o- and p-positions.</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The ortho and para directing effect of the halogen atom can be understood if we consider the resonance structures of the chlorobenzene as shown below:</a:t>
            </a:r>
            <a:endParaRPr/>
          </a:p>
          <a:p>
            <a:pPr marL="182880" lvl="0" indent="-65404" algn="l" rtl="0">
              <a:lnSpc>
                <a:spcPct val="100000"/>
              </a:lnSpc>
              <a:spcBef>
                <a:spcPts val="900"/>
              </a:spcBef>
              <a:spcAft>
                <a:spcPts val="0"/>
              </a:spcAft>
              <a:buSzPct val="100000"/>
              <a:buNone/>
            </a:pPr>
            <a:endParaRPr sz="2000" b="1">
              <a:latin typeface="Times New Roman"/>
              <a:ea typeface="Times New Roman"/>
              <a:cs typeface="Times New Roman"/>
              <a:sym typeface="Times New Roman"/>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It can be seen that in structures III, IV and V , the ortho and para positions  get negatively charged or the electron density is relatively more at ortho and para positions  and consequently, the incoming electrophile is more likely to attack at these positions. </a:t>
            </a:r>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p:txBody>
      </p:sp>
      <p:pic>
        <p:nvPicPr>
          <p:cNvPr id="10546" name="Google Shape;10546;p37"/>
          <p:cNvPicPr preferRelativeResize="0"/>
          <p:nvPr/>
        </p:nvPicPr>
        <p:blipFill rotWithShape="1">
          <a:blip r:embed="rId3">
            <a:alphaModFix/>
          </a:blip>
          <a:srcRect/>
          <a:stretch/>
        </p:blipFill>
        <p:spPr>
          <a:xfrm>
            <a:off x="2514600" y="3638550"/>
            <a:ext cx="6419850" cy="1333500"/>
          </a:xfrm>
          <a:prstGeom prst="rect">
            <a:avLst/>
          </a:prstGeom>
          <a:noFill/>
          <a:ln>
            <a:noFill/>
          </a:ln>
        </p:spPr>
      </p:pic>
      <p:sp>
        <p:nvSpPr>
          <p:cNvPr id="10547" name="Google Shape;10547;p37"/>
          <p:cNvSpPr txBox="1">
            <a:spLocks noGrp="1"/>
          </p:cNvSpPr>
          <p:nvPr>
            <p:ph type="title"/>
          </p:nvPr>
        </p:nvSpPr>
        <p:spPr>
          <a:xfrm>
            <a:off x="1066800" y="642594"/>
            <a:ext cx="10058400" cy="13716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52"/>
        <p:cNvGrpSpPr/>
        <p:nvPr/>
      </p:nvGrpSpPr>
      <p:grpSpPr>
        <a:xfrm>
          <a:off x="0" y="0"/>
          <a:ext cx="0" cy="0"/>
          <a:chOff x="0" y="0"/>
          <a:chExt cx="0" cy="0"/>
        </a:xfrm>
      </p:grpSpPr>
      <p:sp>
        <p:nvSpPr>
          <p:cNvPr id="10553" name="Google Shape;10553;p38"/>
          <p:cNvSpPr txBox="1">
            <a:spLocks noGrp="1"/>
          </p:cNvSpPr>
          <p:nvPr>
            <p:ph type="body" idx="1"/>
          </p:nvPr>
        </p:nvSpPr>
        <p:spPr>
          <a:xfrm>
            <a:off x="990600" y="1676400"/>
            <a:ext cx="10134600" cy="43587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This reaction takes place by reacting haloarenes with halogens in presence of ferric salt as catalyst.</a:t>
            </a:r>
            <a:endParaRPr/>
          </a:p>
          <a:p>
            <a:pPr marL="182880" lvl="0" indent="-182880" algn="l" rtl="0">
              <a:lnSpc>
                <a:spcPct val="100000"/>
              </a:lnSpc>
              <a:spcBef>
                <a:spcPts val="900"/>
              </a:spcBef>
              <a:spcAft>
                <a:spcPts val="0"/>
              </a:spcAft>
              <a:buSzPts val="2000"/>
              <a:buChar char="•"/>
            </a:pPr>
            <a:r>
              <a:rPr lang="en-US" sz="2000">
                <a:solidFill>
                  <a:srgbClr val="FFFF00"/>
                </a:solidFill>
                <a:latin typeface="Times New Roman"/>
                <a:ea typeface="Times New Roman"/>
                <a:cs typeface="Times New Roman"/>
                <a:sym typeface="Times New Roman"/>
              </a:rPr>
              <a:t>Chlorination: </a:t>
            </a:r>
            <a:r>
              <a:rPr lang="en-US" sz="2000">
                <a:latin typeface="Times New Roman"/>
                <a:ea typeface="Times New Roman"/>
                <a:cs typeface="Times New Roman"/>
                <a:sym typeface="Times New Roman"/>
              </a:rPr>
              <a:t>The chlorination of chlorobenzene will give 1,4-Dichlrobenzene (major) and 1,2-Dichlrobenzene (minor) products.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554" name="Google Shape;10554;p38" descr="C:\Users\BRIGMOHAN\Desktop\Halogenation-Reaction.jpg-300x149.png"/>
          <p:cNvPicPr preferRelativeResize="0"/>
          <p:nvPr/>
        </p:nvPicPr>
        <p:blipFill rotWithShape="1">
          <a:blip r:embed="rId3">
            <a:alphaModFix/>
          </a:blip>
          <a:srcRect/>
          <a:stretch/>
        </p:blipFill>
        <p:spPr>
          <a:xfrm>
            <a:off x="1828800" y="3124200"/>
            <a:ext cx="8128000" cy="3334512"/>
          </a:xfrm>
          <a:prstGeom prst="rect">
            <a:avLst/>
          </a:prstGeom>
          <a:noFill/>
          <a:ln>
            <a:noFill/>
          </a:ln>
        </p:spPr>
      </p:pic>
      <p:sp>
        <p:nvSpPr>
          <p:cNvPr id="10555" name="Google Shape;10555;p38"/>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59"/>
        <p:cNvGrpSpPr/>
        <p:nvPr/>
      </p:nvGrpSpPr>
      <p:grpSpPr>
        <a:xfrm>
          <a:off x="0" y="0"/>
          <a:ext cx="0" cy="0"/>
          <a:chOff x="0" y="0"/>
          <a:chExt cx="0" cy="0"/>
        </a:xfrm>
      </p:grpSpPr>
      <p:sp>
        <p:nvSpPr>
          <p:cNvPr id="10560" name="Google Shape;10560;p39"/>
          <p:cNvSpPr txBox="1">
            <a:spLocks noGrp="1"/>
          </p:cNvSpPr>
          <p:nvPr>
            <p:ph type="body" idx="1"/>
          </p:nvPr>
        </p:nvSpPr>
        <p:spPr>
          <a:xfrm>
            <a:off x="1016000" y="1752600"/>
            <a:ext cx="10109100" cy="42825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1800"/>
              <a:buChar char="•"/>
            </a:pPr>
            <a:r>
              <a:rPr lang="en-US"/>
              <a:t> </a:t>
            </a:r>
            <a:r>
              <a:rPr lang="en-US" sz="3200">
                <a:solidFill>
                  <a:srgbClr val="FFFF00"/>
                </a:solidFill>
              </a:rPr>
              <a:t>Nitration</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This reaction results in introduction of </a:t>
            </a:r>
            <a:r>
              <a:rPr lang="en-US" sz="2000"/>
              <a:t>NO</a:t>
            </a:r>
            <a:r>
              <a:rPr lang="en-US" sz="2000" baseline="-25000"/>
              <a:t>2 </a:t>
            </a:r>
            <a:r>
              <a:rPr lang="en-US" sz="2000" baseline="-250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group at ortho and para positions to the haloarene.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This reaction is carried out by heating  haloarenes with conc HNO</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in the presence of Conc H</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SO</a:t>
            </a:r>
            <a:r>
              <a:rPr lang="en-US" sz="2000" baseline="-25000">
                <a:latin typeface="Times New Roman"/>
                <a:ea typeface="Times New Roman"/>
                <a:cs typeface="Times New Roman"/>
                <a:sym typeface="Times New Roman"/>
              </a:rPr>
              <a:t>4</a:t>
            </a:r>
            <a:r>
              <a:rPr lang="en-US" sz="2000">
                <a:latin typeface="Times New Roman"/>
                <a:ea typeface="Times New Roman"/>
                <a:cs typeface="Times New Roman"/>
                <a:sym typeface="Times New Roman"/>
              </a:rPr>
              <a:t> .</a:t>
            </a:r>
            <a:endParaRPr sz="2000" baseline="-25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baseline="-25000">
              <a:latin typeface="Times New Roman"/>
              <a:ea typeface="Times New Roman"/>
              <a:cs typeface="Times New Roman"/>
              <a:sym typeface="Times New Roman"/>
            </a:endParaRPr>
          </a:p>
        </p:txBody>
      </p:sp>
      <p:pic>
        <p:nvPicPr>
          <p:cNvPr id="10561" name="Google Shape;10561;p39" descr="C:\Users\BRIGMOHAN\Desktop\index.jpg"/>
          <p:cNvPicPr preferRelativeResize="0"/>
          <p:nvPr/>
        </p:nvPicPr>
        <p:blipFill rotWithShape="1">
          <a:blip r:embed="rId3">
            <a:alphaModFix/>
          </a:blip>
          <a:srcRect/>
          <a:stretch/>
        </p:blipFill>
        <p:spPr>
          <a:xfrm>
            <a:off x="1016000" y="3810000"/>
            <a:ext cx="7830584" cy="1714500"/>
          </a:xfrm>
          <a:prstGeom prst="rect">
            <a:avLst/>
          </a:prstGeom>
          <a:noFill/>
          <a:ln>
            <a:noFill/>
          </a:ln>
        </p:spPr>
      </p:pic>
      <p:sp>
        <p:nvSpPr>
          <p:cNvPr id="10562" name="Google Shape;10562;p39"/>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67"/>
        <p:cNvGrpSpPr/>
        <p:nvPr/>
      </p:nvGrpSpPr>
      <p:grpSpPr>
        <a:xfrm>
          <a:off x="0" y="0"/>
          <a:ext cx="0" cy="0"/>
          <a:chOff x="0" y="0"/>
          <a:chExt cx="0" cy="0"/>
        </a:xfrm>
      </p:grpSpPr>
      <p:sp>
        <p:nvSpPr>
          <p:cNvPr id="10568" name="Google Shape;10568;p40"/>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solidFill>
                  <a:srgbClr val="FFFF00"/>
                </a:solidFill>
                <a:latin typeface="Times New Roman"/>
                <a:ea typeface="Times New Roman"/>
                <a:cs typeface="Times New Roman"/>
                <a:sym typeface="Times New Roman"/>
              </a:rPr>
              <a:t>Sulphonation: </a:t>
            </a:r>
            <a:r>
              <a:rPr lang="en-US" sz="2000">
                <a:latin typeface="Times New Roman"/>
                <a:ea typeface="Times New Roman"/>
                <a:cs typeface="Times New Roman"/>
                <a:sym typeface="Times New Roman"/>
              </a:rPr>
              <a:t>This reaction is carried out by heating haloarene with Conc. H</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SO</a:t>
            </a:r>
            <a:r>
              <a:rPr lang="en-US" sz="2000" baseline="-25000">
                <a:latin typeface="Times New Roman"/>
                <a:ea typeface="Times New Roman"/>
                <a:cs typeface="Times New Roman"/>
                <a:sym typeface="Times New Roman"/>
              </a:rPr>
              <a:t>4.</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The products  are 4- Chlorobenzene sulphonic acid (major) and 2- Chlorobenzene sulphonic acid (minor)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569" name="Google Shape;10569;p40" descr="C:\Users\BRIGMOHAN\Desktop\sulphonation-300x154.png"/>
          <p:cNvPicPr preferRelativeResize="0"/>
          <p:nvPr/>
        </p:nvPicPr>
        <p:blipFill rotWithShape="1">
          <a:blip r:embed="rId3">
            <a:alphaModFix/>
          </a:blip>
          <a:srcRect/>
          <a:stretch/>
        </p:blipFill>
        <p:spPr>
          <a:xfrm>
            <a:off x="1524000" y="3200400"/>
            <a:ext cx="8331200" cy="3207512"/>
          </a:xfrm>
          <a:prstGeom prst="rect">
            <a:avLst/>
          </a:prstGeom>
          <a:noFill/>
          <a:ln>
            <a:noFill/>
          </a:ln>
        </p:spPr>
      </p:pic>
      <p:sp>
        <p:nvSpPr>
          <p:cNvPr id="10570" name="Google Shape;10570;p40"/>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74"/>
        <p:cNvGrpSpPr/>
        <p:nvPr/>
      </p:nvGrpSpPr>
      <p:grpSpPr>
        <a:xfrm>
          <a:off x="0" y="0"/>
          <a:ext cx="0" cy="0"/>
          <a:chOff x="0" y="0"/>
          <a:chExt cx="0" cy="0"/>
        </a:xfrm>
      </p:grpSpPr>
      <p:sp>
        <p:nvSpPr>
          <p:cNvPr id="10575" name="Google Shape;10575;p41"/>
          <p:cNvSpPr txBox="1">
            <a:spLocks noGrp="1"/>
          </p:cNvSpPr>
          <p:nvPr>
            <p:ph type="body" idx="1"/>
          </p:nvPr>
        </p:nvSpPr>
        <p:spPr>
          <a:xfrm>
            <a:off x="1016000" y="1752600"/>
            <a:ext cx="10109100" cy="42825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solidFill>
                  <a:srgbClr val="FFFF00"/>
                </a:solidFill>
                <a:latin typeface="Times New Roman"/>
                <a:ea typeface="Times New Roman"/>
                <a:cs typeface="Times New Roman"/>
                <a:sym typeface="Times New Roman"/>
              </a:rPr>
              <a:t>Friedel- Crafts reaction : </a:t>
            </a:r>
            <a:r>
              <a:rPr lang="en-US" sz="2000">
                <a:latin typeface="Times New Roman"/>
                <a:ea typeface="Times New Roman"/>
                <a:cs typeface="Times New Roman"/>
                <a:sym typeface="Times New Roman"/>
              </a:rPr>
              <a:t>The reaction  known as Friedel- Crafts reaction , is carried out by treating haloarene with alkyl chloride in the presence of anhydrous AlCl</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reacting as a Catalyst.</a:t>
            </a:r>
            <a:endParaRPr/>
          </a:p>
          <a:p>
            <a:pPr marL="182880" lvl="0" indent="-182880" algn="l" rtl="0">
              <a:lnSpc>
                <a:spcPct val="100000"/>
              </a:lnSpc>
              <a:spcBef>
                <a:spcPts val="900"/>
              </a:spcBef>
              <a:spcAft>
                <a:spcPts val="0"/>
              </a:spcAft>
              <a:buSzPts val="2000"/>
              <a:buChar char="•"/>
            </a:pPr>
            <a:r>
              <a:rPr lang="en-US" sz="2000">
                <a:solidFill>
                  <a:srgbClr val="FFFF00"/>
                </a:solidFill>
                <a:latin typeface="Times New Roman"/>
                <a:ea typeface="Times New Roman"/>
                <a:cs typeface="Times New Roman"/>
                <a:sym typeface="Times New Roman"/>
              </a:rPr>
              <a:t>Friedel- Crafts  alkylation reaction</a:t>
            </a:r>
            <a:r>
              <a:rPr lang="en-US" sz="2000">
                <a:latin typeface="Times New Roman"/>
                <a:ea typeface="Times New Roman"/>
                <a:cs typeface="Times New Roman"/>
                <a:sym typeface="Times New Roman"/>
              </a:rPr>
              <a:t>: This reaction introduces alkyl group at o- and p- positions on haloarenes.</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pic>
        <p:nvPicPr>
          <p:cNvPr id="10576" name="Google Shape;10576;p41" descr="C:\Users\BRIGMOHAN\Desktop\Friedel-Crafts-Alkylation-Reactions.jpg-300x145.png"/>
          <p:cNvPicPr preferRelativeResize="0"/>
          <p:nvPr/>
        </p:nvPicPr>
        <p:blipFill rotWithShape="1">
          <a:blip r:embed="rId3">
            <a:alphaModFix/>
          </a:blip>
          <a:srcRect/>
          <a:stretch/>
        </p:blipFill>
        <p:spPr>
          <a:xfrm>
            <a:off x="1051490" y="3276600"/>
            <a:ext cx="9855200" cy="3116580"/>
          </a:xfrm>
          <a:prstGeom prst="rect">
            <a:avLst/>
          </a:prstGeom>
          <a:noFill/>
          <a:ln>
            <a:noFill/>
          </a:ln>
        </p:spPr>
      </p:pic>
      <p:sp>
        <p:nvSpPr>
          <p:cNvPr id="10577" name="Google Shape;10577;p41"/>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81"/>
        <p:cNvGrpSpPr/>
        <p:nvPr/>
      </p:nvGrpSpPr>
      <p:grpSpPr>
        <a:xfrm>
          <a:off x="0" y="0"/>
          <a:ext cx="0" cy="0"/>
          <a:chOff x="0" y="0"/>
          <a:chExt cx="0" cy="0"/>
        </a:xfrm>
      </p:grpSpPr>
      <p:sp>
        <p:nvSpPr>
          <p:cNvPr id="10582" name="Google Shape;10582;p42"/>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solidFill>
                  <a:srgbClr val="FFFF00"/>
                </a:solidFill>
                <a:latin typeface="Times New Roman"/>
                <a:ea typeface="Times New Roman"/>
                <a:cs typeface="Times New Roman"/>
                <a:sym typeface="Times New Roman"/>
              </a:rPr>
              <a:t>Friedel- Crafts  acylation reaction</a:t>
            </a:r>
            <a:r>
              <a:rPr lang="en-US" sz="2000">
                <a:latin typeface="Times New Roman"/>
                <a:ea typeface="Times New Roman"/>
                <a:cs typeface="Times New Roman"/>
                <a:sym typeface="Times New Roman"/>
              </a:rPr>
              <a:t>: This reaction introduces acyl group(CH</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CO-) at o- and p- positions on haloarenes.</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This reaction is carried out by reacting Acetyl chloride in presence of anhydrous AlCl</a:t>
            </a:r>
            <a:r>
              <a:rPr lang="en-US" sz="2000" baseline="-25000">
                <a:latin typeface="Times New Roman"/>
                <a:ea typeface="Times New Roman"/>
                <a:cs typeface="Times New Roman"/>
                <a:sym typeface="Times New Roman"/>
              </a:rPr>
              <a:t>3 </a:t>
            </a:r>
            <a:r>
              <a:rPr lang="en-US" sz="2000">
                <a:latin typeface="Times New Roman"/>
                <a:ea typeface="Times New Roman"/>
                <a:cs typeface="Times New Roman"/>
                <a:sym typeface="Times New Roman"/>
              </a:rPr>
              <a:t>reacting as a Catalyst.</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4- chloroacetophenone (major) and 2- chloroacetophenone (minor)  are the products.</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583" name="Google Shape;10583;p42" descr="C:\Users\BRIGMOHAN\Desktop\friedel-craft-acylation-reaction.gif"/>
          <p:cNvPicPr preferRelativeResize="0"/>
          <p:nvPr/>
        </p:nvPicPr>
        <p:blipFill rotWithShape="1">
          <a:blip r:embed="rId3">
            <a:alphaModFix/>
          </a:blip>
          <a:srcRect/>
          <a:stretch/>
        </p:blipFill>
        <p:spPr>
          <a:xfrm>
            <a:off x="812800" y="3962400"/>
            <a:ext cx="9753600" cy="2209800"/>
          </a:xfrm>
          <a:prstGeom prst="rect">
            <a:avLst/>
          </a:prstGeom>
          <a:noFill/>
          <a:ln>
            <a:noFill/>
          </a:ln>
        </p:spPr>
      </p:pic>
      <p:sp>
        <p:nvSpPr>
          <p:cNvPr id="10584" name="Google Shape;10584;p42"/>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fontScale="90000"/>
          </a:bodyPr>
          <a:lstStyle/>
          <a:p>
            <a:pPr marL="0" marR="0" lvl="0" indent="0" algn="ctr" rtl="0">
              <a:lnSpc>
                <a:spcPct val="90000"/>
              </a:lnSpc>
              <a:spcBef>
                <a:spcPts val="0"/>
              </a:spcBef>
              <a:spcAft>
                <a:spcPts val="0"/>
              </a:spcAft>
              <a:buClr>
                <a:srgbClr val="3333CC"/>
              </a:buClr>
              <a:buSzPct val="100000"/>
              <a:buFont typeface="Arial"/>
              <a:buNone/>
            </a:pPr>
            <a:r>
              <a:rPr lang="en-US" sz="4800" b="0" i="0" u="none" strike="noStrike" cap="none">
                <a:solidFill>
                  <a:srgbClr val="3333CC"/>
                </a:solidFill>
                <a:latin typeface="Arial"/>
                <a:ea typeface="Arial"/>
                <a:cs typeface="Arial"/>
                <a:sym typeface="Arial"/>
              </a:rPr>
              <a:t>Electrophilic Substitution Reactions of Haloarenes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88"/>
        <p:cNvGrpSpPr/>
        <p:nvPr/>
      </p:nvGrpSpPr>
      <p:grpSpPr>
        <a:xfrm>
          <a:off x="0" y="0"/>
          <a:ext cx="0" cy="0"/>
          <a:chOff x="0" y="0"/>
          <a:chExt cx="0" cy="0"/>
        </a:xfrm>
      </p:grpSpPr>
      <p:sp>
        <p:nvSpPr>
          <p:cNvPr id="10589" name="Google Shape;10589;p43"/>
          <p:cNvSpPr txBox="1">
            <a:spLocks noGrp="1"/>
          </p:cNvSpPr>
          <p:nvPr>
            <p:ph type="body" idx="1"/>
          </p:nvPr>
        </p:nvSpPr>
        <p:spPr>
          <a:xfrm>
            <a:off x="914400" y="1676400"/>
            <a:ext cx="10210800" cy="43587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None/>
            </a:pPr>
            <a:r>
              <a:rPr lang="en-US" sz="2400">
                <a:latin typeface="Times New Roman"/>
                <a:ea typeface="Times New Roman"/>
                <a:cs typeface="Times New Roman"/>
                <a:sym typeface="Times New Roman"/>
              </a:rPr>
              <a:t> </a:t>
            </a:r>
            <a:endParaRPr/>
          </a:p>
          <a:p>
            <a:pPr marL="182880" lvl="0" indent="-182880" algn="l" rtl="0">
              <a:lnSpc>
                <a:spcPct val="100000"/>
              </a:lnSpc>
              <a:spcBef>
                <a:spcPts val="900"/>
              </a:spcBef>
              <a:spcAft>
                <a:spcPts val="0"/>
              </a:spcAft>
              <a:buSzPts val="2400"/>
              <a:buNone/>
            </a:pPr>
            <a:r>
              <a:rPr lang="en-US" sz="2400">
                <a:solidFill>
                  <a:srgbClr val="FFFF00"/>
                </a:solidFill>
                <a:latin typeface="Times New Roman"/>
                <a:ea typeface="Times New Roman"/>
                <a:cs typeface="Times New Roman"/>
                <a:sym typeface="Times New Roman"/>
              </a:rPr>
              <a:t>Wurtz Fittig reaction:</a:t>
            </a:r>
            <a:r>
              <a:rPr lang="en-US" sz="2400">
                <a:latin typeface="Times New Roman"/>
                <a:ea typeface="Times New Roman"/>
                <a:cs typeface="Times New Roman"/>
                <a:sym typeface="Times New Roman"/>
              </a:rPr>
              <a:t> On reacting haloarene with alkyl halides in presence of sodium in ethernal solution , to form alkyl derivatives of benzene.</a:t>
            </a:r>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p:txBody>
      </p:sp>
      <p:pic>
        <p:nvPicPr>
          <p:cNvPr id="10590" name="Google Shape;10590;p43"/>
          <p:cNvPicPr preferRelativeResize="0"/>
          <p:nvPr/>
        </p:nvPicPr>
        <p:blipFill rotWithShape="1">
          <a:blip r:embed="rId3">
            <a:alphaModFix/>
          </a:blip>
          <a:srcRect/>
          <a:stretch/>
        </p:blipFill>
        <p:spPr>
          <a:xfrm>
            <a:off x="1981200" y="3048000"/>
            <a:ext cx="7791450" cy="2705100"/>
          </a:xfrm>
          <a:prstGeom prst="rect">
            <a:avLst/>
          </a:prstGeom>
          <a:noFill/>
          <a:ln>
            <a:noFill/>
          </a:ln>
        </p:spPr>
      </p:pic>
      <p:sp>
        <p:nvSpPr>
          <p:cNvPr id="10591" name="Google Shape;10591;p43"/>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b="0" i="0" u="none" strike="noStrike" cap="none">
                <a:solidFill>
                  <a:srgbClr val="3333CC"/>
                </a:solidFill>
                <a:latin typeface="Arial"/>
                <a:ea typeface="Arial"/>
                <a:cs typeface="Arial"/>
                <a:sym typeface="Arial"/>
              </a:rPr>
              <a:t>Reactions With Metals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95"/>
        <p:cNvGrpSpPr/>
        <p:nvPr/>
      </p:nvGrpSpPr>
      <p:grpSpPr>
        <a:xfrm>
          <a:off x="0" y="0"/>
          <a:ext cx="0" cy="0"/>
          <a:chOff x="0" y="0"/>
          <a:chExt cx="0" cy="0"/>
        </a:xfrm>
      </p:grpSpPr>
      <p:sp>
        <p:nvSpPr>
          <p:cNvPr id="10596" name="Google Shape;10596;p44"/>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Haloarenes react with metals in different ways to form the products. These  are the reactions besides electrophilc and nucleophilic substitution reactions.These reactions are as:</a:t>
            </a:r>
            <a:endParaRPr/>
          </a:p>
          <a:p>
            <a:pPr marL="182880" lvl="0" indent="-182880" algn="l" rtl="0">
              <a:lnSpc>
                <a:spcPct val="100000"/>
              </a:lnSpc>
              <a:spcBef>
                <a:spcPts val="900"/>
              </a:spcBef>
              <a:spcAft>
                <a:spcPts val="0"/>
              </a:spcAft>
              <a:buSzPts val="2400"/>
              <a:buNone/>
            </a:pPr>
            <a:r>
              <a:rPr lang="en-US" sz="2400">
                <a:latin typeface="Times New Roman"/>
                <a:ea typeface="Times New Roman"/>
                <a:cs typeface="Times New Roman"/>
                <a:sym typeface="Times New Roman"/>
              </a:rPr>
              <a:t>  Fittig Reaction: When only haloarenes are treated with sodium, diaryls are formed. When haloarene reacts with Na in ethernal solution ,it forms diphenyl .Reaction is shown as:</a:t>
            </a:r>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68579" algn="l" rtl="0">
              <a:lnSpc>
                <a:spcPct val="100000"/>
              </a:lnSpc>
              <a:spcBef>
                <a:spcPts val="900"/>
              </a:spcBef>
              <a:spcAft>
                <a:spcPts val="0"/>
              </a:spcAft>
              <a:buSzPts val="1800"/>
              <a:buNone/>
            </a:pPr>
            <a:endParaRPr/>
          </a:p>
        </p:txBody>
      </p:sp>
      <p:pic>
        <p:nvPicPr>
          <p:cNvPr id="10597" name="Google Shape;10597;p44" descr="C:\Users\divyanshi\Desktop\f reaction.png"/>
          <p:cNvPicPr preferRelativeResize="0"/>
          <p:nvPr/>
        </p:nvPicPr>
        <p:blipFill rotWithShape="1">
          <a:blip r:embed="rId3">
            <a:alphaModFix/>
          </a:blip>
          <a:srcRect/>
          <a:stretch/>
        </p:blipFill>
        <p:spPr>
          <a:xfrm>
            <a:off x="1219200" y="4724400"/>
            <a:ext cx="9144000" cy="1447800"/>
          </a:xfrm>
          <a:prstGeom prst="rect">
            <a:avLst/>
          </a:prstGeom>
          <a:noFill/>
          <a:ln>
            <a:noFill/>
          </a:ln>
        </p:spPr>
      </p:pic>
      <p:sp>
        <p:nvSpPr>
          <p:cNvPr id="10598" name="Google Shape;10598;p44"/>
          <p:cNvSpPr txBox="1">
            <a:spLocks noGrp="1"/>
          </p:cNvSpPr>
          <p:nvPr>
            <p:ph type="title"/>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b="0" i="0" u="none" strike="noStrike" cap="none">
                <a:solidFill>
                  <a:srgbClr val="3333CC"/>
                </a:solidFill>
                <a:latin typeface="Arial"/>
                <a:ea typeface="Arial"/>
                <a:cs typeface="Arial"/>
                <a:sym typeface="Arial"/>
              </a:rPr>
              <a:t>Reactions With Metals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02"/>
        <p:cNvGrpSpPr/>
        <p:nvPr/>
      </p:nvGrpSpPr>
      <p:grpSpPr>
        <a:xfrm>
          <a:off x="0" y="0"/>
          <a:ext cx="0" cy="0"/>
          <a:chOff x="0" y="0"/>
          <a:chExt cx="0" cy="0"/>
        </a:xfrm>
      </p:grpSpPr>
      <p:sp>
        <p:nvSpPr>
          <p:cNvPr id="10603" name="Google Shape;10603;p45"/>
          <p:cNvSpPr txBox="1">
            <a:spLocks noGrp="1"/>
          </p:cNvSpPr>
          <p:nvPr>
            <p:ph type="body" idx="1"/>
          </p:nvPr>
        </p:nvSpPr>
        <p:spPr>
          <a:xfrm>
            <a:off x="914400" y="1600200"/>
            <a:ext cx="10210800" cy="44349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solidFill>
                  <a:srgbClr val="FFFF00"/>
                </a:solidFill>
                <a:latin typeface="Times New Roman"/>
                <a:ea typeface="Times New Roman"/>
                <a:cs typeface="Times New Roman"/>
                <a:sym typeface="Times New Roman"/>
              </a:rPr>
              <a:t>Reaction with  Magnesium: </a:t>
            </a:r>
            <a:r>
              <a:rPr lang="en-US" sz="2000">
                <a:latin typeface="Times New Roman"/>
                <a:ea typeface="Times New Roman"/>
                <a:cs typeface="Times New Roman"/>
                <a:sym typeface="Times New Roman"/>
              </a:rPr>
              <a:t>In this reaction Bromo- and Iodoarenes form grignard reagent when their ethernal solution is treated with magnesium turnings.</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This reaction is very helpful to introduce carboxylic group to phenyl ring. shown as:</a:t>
            </a:r>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604" name="Google Shape;10604;p45" descr="C:\Users\divyanshi\Desktop\grignard reagents.png"/>
          <p:cNvPicPr preferRelativeResize="0"/>
          <p:nvPr/>
        </p:nvPicPr>
        <p:blipFill rotWithShape="1">
          <a:blip r:embed="rId3">
            <a:alphaModFix/>
          </a:blip>
          <a:srcRect/>
          <a:stretch/>
        </p:blipFill>
        <p:spPr>
          <a:xfrm>
            <a:off x="2235200" y="2362200"/>
            <a:ext cx="7823200" cy="990600"/>
          </a:xfrm>
          <a:prstGeom prst="rect">
            <a:avLst/>
          </a:prstGeom>
          <a:noFill/>
          <a:ln>
            <a:noFill/>
          </a:ln>
        </p:spPr>
      </p:pic>
      <p:pic>
        <p:nvPicPr>
          <p:cNvPr id="10605" name="Google Shape;10605;p45" descr="C:\Users\divyanshi\Desktop\reaction.png"/>
          <p:cNvPicPr preferRelativeResize="0"/>
          <p:nvPr/>
        </p:nvPicPr>
        <p:blipFill rotWithShape="1">
          <a:blip r:embed="rId4">
            <a:alphaModFix/>
          </a:blip>
          <a:srcRect/>
          <a:stretch/>
        </p:blipFill>
        <p:spPr>
          <a:xfrm>
            <a:off x="508000" y="4038600"/>
            <a:ext cx="11277601" cy="2590799"/>
          </a:xfrm>
          <a:prstGeom prst="rect">
            <a:avLst/>
          </a:prstGeom>
          <a:noFill/>
          <a:ln>
            <a:noFill/>
          </a:ln>
        </p:spPr>
      </p:pic>
      <p:sp>
        <p:nvSpPr>
          <p:cNvPr id="10606" name="Google Shape;10606;p45"/>
          <p:cNvSpPr txBox="1">
            <a:spLocks noGrp="1"/>
          </p:cNvSpPr>
          <p:nvPr>
            <p:ph type="title"/>
          </p:nvPr>
        </p:nvSpPr>
        <p:spPr>
          <a:xfrm>
            <a:off x="990600" y="304800"/>
            <a:ext cx="10058400" cy="1371600"/>
          </a:xfrm>
          <a:prstGeom prst="rect">
            <a:avLst/>
          </a:prstGeom>
          <a:blipFill rotWithShape="1">
            <a:blip r:embed="rId5">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b="0" i="0" u="none" strike="noStrike" cap="none">
                <a:solidFill>
                  <a:srgbClr val="3333CC"/>
                </a:solidFill>
                <a:latin typeface="Arial"/>
                <a:ea typeface="Arial"/>
                <a:cs typeface="Arial"/>
                <a:sym typeface="Arial"/>
              </a:rPr>
              <a:t>Reactions With Metals </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10"/>
        <p:cNvGrpSpPr/>
        <p:nvPr/>
      </p:nvGrpSpPr>
      <p:grpSpPr>
        <a:xfrm>
          <a:off x="0" y="0"/>
          <a:ext cx="0" cy="0"/>
          <a:chOff x="0" y="0"/>
          <a:chExt cx="0" cy="0"/>
        </a:xfrm>
      </p:grpSpPr>
      <p:sp>
        <p:nvSpPr>
          <p:cNvPr id="10611" name="Google Shape;10611;p46"/>
          <p:cNvSpPr txBox="1">
            <a:spLocks noGrp="1"/>
          </p:cNvSpPr>
          <p:nvPr>
            <p:ph type="body" idx="1"/>
          </p:nvPr>
        </p:nvSpPr>
        <p:spPr>
          <a:xfrm>
            <a:off x="1066800" y="2103120"/>
            <a:ext cx="10210800" cy="42216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These are the compounds which are formed by the halogenation reaction of alkanes , alkanes undergoes substituion of hydrogen by halogens . Some compounds are shown:</a:t>
            </a:r>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Some more examples are iodoform, freons and DDT.</a:t>
            </a:r>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a:p>
            <a:pPr marL="182880" lvl="0" indent="-30479" algn="l" rtl="0">
              <a:lnSpc>
                <a:spcPct val="100000"/>
              </a:lnSpc>
              <a:spcBef>
                <a:spcPts val="900"/>
              </a:spcBef>
              <a:spcAft>
                <a:spcPts val="0"/>
              </a:spcAft>
              <a:buSzPts val="2400"/>
              <a:buNone/>
            </a:pPr>
            <a:endParaRPr sz="2400">
              <a:latin typeface="Times New Roman"/>
              <a:ea typeface="Times New Roman"/>
              <a:cs typeface="Times New Roman"/>
              <a:sym typeface="Times New Roman"/>
            </a:endParaRPr>
          </a:p>
        </p:txBody>
      </p:sp>
      <p:pic>
        <p:nvPicPr>
          <p:cNvPr id="10612" name="Google Shape;10612;p46" descr="C:\Users\divyanshi\Desktop\Poly.png"/>
          <p:cNvPicPr preferRelativeResize="0"/>
          <p:nvPr/>
        </p:nvPicPr>
        <p:blipFill rotWithShape="1">
          <a:blip r:embed="rId3">
            <a:alphaModFix/>
          </a:blip>
          <a:srcRect/>
          <a:stretch/>
        </p:blipFill>
        <p:spPr>
          <a:xfrm>
            <a:off x="2336800" y="3276600"/>
            <a:ext cx="7721600" cy="2286000"/>
          </a:xfrm>
          <a:prstGeom prst="rect">
            <a:avLst/>
          </a:prstGeom>
          <a:noFill/>
          <a:ln>
            <a:noFill/>
          </a:ln>
        </p:spPr>
      </p:pic>
      <p:sp>
        <p:nvSpPr>
          <p:cNvPr id="10613" name="Google Shape;10613;p46"/>
          <p:cNvSpPr txBox="1">
            <a:spLocks noGrp="1"/>
          </p:cNvSpPr>
          <p:nvPr>
            <p:ph type="title"/>
          </p:nvPr>
        </p:nvSpPr>
        <p:spPr>
          <a:xfrm>
            <a:off x="1066800" y="381000"/>
            <a:ext cx="10058400" cy="13716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b="0" i="0" u="none" strike="noStrike" cap="none">
                <a:solidFill>
                  <a:srgbClr val="3333CC"/>
                </a:solidFill>
                <a:latin typeface="Arial"/>
                <a:ea typeface="Arial"/>
                <a:cs typeface="Arial"/>
                <a:sym typeface="Arial"/>
              </a:rPr>
              <a:t>Polyhalogen Compounds</a:t>
            </a:r>
            <a:endParaRPr sz="4800" b="0" i="0" u="none" strike="noStrike" cap="none">
              <a:solidFill>
                <a:srgbClr val="3333CC"/>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17"/>
        <p:cNvGrpSpPr/>
        <p:nvPr/>
      </p:nvGrpSpPr>
      <p:grpSpPr>
        <a:xfrm>
          <a:off x="0" y="0"/>
          <a:ext cx="0" cy="0"/>
          <a:chOff x="0" y="0"/>
          <a:chExt cx="0" cy="0"/>
        </a:xfrm>
      </p:grpSpPr>
      <p:sp>
        <p:nvSpPr>
          <p:cNvPr id="10618" name="Google Shape;10618;p47"/>
          <p:cNvSpPr txBox="1">
            <a:spLocks noGrp="1"/>
          </p:cNvSpPr>
          <p:nvPr>
            <p:ph type="body" idx="1"/>
          </p:nvPr>
        </p:nvSpPr>
        <p:spPr>
          <a:xfrm>
            <a:off x="609600" y="1935480"/>
            <a:ext cx="10972800" cy="46176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Char char="•"/>
            </a:pPr>
            <a:r>
              <a:rPr lang="en-US" sz="2400">
                <a:solidFill>
                  <a:srgbClr val="FFFF00"/>
                </a:solidFill>
                <a:latin typeface="Times New Roman"/>
                <a:ea typeface="Times New Roman"/>
                <a:cs typeface="Times New Roman"/>
                <a:sym typeface="Times New Roman"/>
              </a:rPr>
              <a:t>CHCl</a:t>
            </a:r>
            <a:r>
              <a:rPr lang="en-US" sz="2400" baseline="-25000">
                <a:solidFill>
                  <a:srgbClr val="FFFF00"/>
                </a:solidFill>
                <a:latin typeface="Times New Roman"/>
                <a:ea typeface="Times New Roman"/>
                <a:cs typeface="Times New Roman"/>
                <a:sym typeface="Times New Roman"/>
              </a:rPr>
              <a:t>3</a:t>
            </a:r>
            <a:r>
              <a:rPr lang="en-US">
                <a:solidFill>
                  <a:srgbClr val="FFFF00"/>
                </a:solidFill>
                <a:latin typeface="Times New Roman"/>
                <a:ea typeface="Times New Roman"/>
                <a:cs typeface="Times New Roman"/>
                <a:sym typeface="Times New Roman"/>
              </a:rPr>
              <a:t> (</a:t>
            </a:r>
            <a:r>
              <a:rPr lang="en-US" sz="2400">
                <a:solidFill>
                  <a:srgbClr val="FFFF00"/>
                </a:solidFill>
                <a:latin typeface="Times New Roman"/>
                <a:ea typeface="Times New Roman"/>
                <a:cs typeface="Times New Roman"/>
                <a:sym typeface="Times New Roman"/>
              </a:rPr>
              <a:t>Chloroform</a:t>
            </a:r>
            <a:r>
              <a:rPr lang="en-US">
                <a:solidFill>
                  <a:srgbClr val="FFFF00"/>
                </a:solidFill>
                <a:latin typeface="Times New Roman"/>
                <a:ea typeface="Times New Roman"/>
                <a:cs typeface="Times New Roman"/>
                <a:sym typeface="Times New Roman"/>
              </a:rPr>
              <a:t>) : </a:t>
            </a:r>
            <a:r>
              <a:rPr lang="en-US" sz="2000">
                <a:latin typeface="Times New Roman"/>
                <a:ea typeface="Times New Roman"/>
                <a:cs typeface="Times New Roman"/>
                <a:sym typeface="Times New Roman"/>
              </a:rPr>
              <a:t>This is a colourless mobile liquid which has sickly sweet smell and burning taste which is sparingly soluble in water but dissolves in alcohol and ether.</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a:t>
            </a:r>
            <a:r>
              <a:rPr lang="en-US" sz="2000">
                <a:solidFill>
                  <a:srgbClr val="FFFF00"/>
                </a:solidFill>
                <a:latin typeface="Times New Roman"/>
                <a:ea typeface="Times New Roman"/>
                <a:cs typeface="Times New Roman"/>
                <a:sym typeface="Times New Roman"/>
              </a:rPr>
              <a:t>Chemical Properties:</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a. Acidic nature: The H-atom in CHCl</a:t>
            </a:r>
            <a:r>
              <a:rPr lang="en-US" sz="2000" baseline="-25000">
                <a:latin typeface="Times New Roman"/>
                <a:ea typeface="Times New Roman"/>
                <a:cs typeface="Times New Roman"/>
                <a:sym typeface="Times New Roman"/>
              </a:rPr>
              <a:t>3 </a:t>
            </a:r>
            <a:r>
              <a:rPr lang="en-US" sz="2000">
                <a:latin typeface="Times New Roman"/>
                <a:ea typeface="Times New Roman"/>
                <a:cs typeface="Times New Roman"/>
                <a:sym typeface="Times New Roman"/>
              </a:rPr>
              <a:t>is slightly acidic due to –I effect of chlorine atoms.</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b. Oxidation :Chloroform is slowly oxidized by air in presence of light to form an extremely poisonous gas ,carbonyl chloride, popularly called phosgene.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619" name="Google Shape;10619;p47" descr="C:\Users\divyanshi\Desktop\phosgene.PNG"/>
          <p:cNvPicPr preferRelativeResize="0"/>
          <p:nvPr/>
        </p:nvPicPr>
        <p:blipFill rotWithShape="1">
          <a:blip r:embed="rId3">
            <a:alphaModFix/>
          </a:blip>
          <a:srcRect/>
          <a:stretch/>
        </p:blipFill>
        <p:spPr>
          <a:xfrm>
            <a:off x="1905000" y="4338120"/>
            <a:ext cx="7010400" cy="1713917"/>
          </a:xfrm>
          <a:prstGeom prst="rect">
            <a:avLst/>
          </a:prstGeom>
          <a:noFill/>
          <a:ln>
            <a:noFill/>
          </a:ln>
        </p:spPr>
      </p:pic>
      <p:sp>
        <p:nvSpPr>
          <p:cNvPr id="10620" name="Google Shape;10620;p47"/>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entury Gothic"/>
              <a:buNone/>
            </a:pPr>
            <a:endParaRPr/>
          </a:p>
        </p:txBody>
      </p:sp>
      <p:sp>
        <p:nvSpPr>
          <p:cNvPr id="10621" name="Google Shape;10621;p47"/>
          <p:cNvSpPr txBox="1"/>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25"/>
        <p:cNvGrpSpPr/>
        <p:nvPr/>
      </p:nvGrpSpPr>
      <p:grpSpPr>
        <a:xfrm>
          <a:off x="0" y="0"/>
          <a:ext cx="0" cy="0"/>
          <a:chOff x="0" y="0"/>
          <a:chExt cx="0" cy="0"/>
        </a:xfrm>
      </p:grpSpPr>
      <p:sp>
        <p:nvSpPr>
          <p:cNvPr id="10626" name="Google Shape;10626;p48"/>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It is , therefore,stored in closed dark colured bottles completely filled to the brim to exclude air. It is mixed with alcohol which destroys traces of phosgene that may be formed during storage.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Reduction: Reduction with zinc and HCl gives Methylene chloride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whereas reduction with zinc dust and water gives methane.</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627" name="Google Shape;10627;p48" descr="C:\Users\divyanshi\Desktop\rxn.jpg"/>
          <p:cNvPicPr preferRelativeResize="0"/>
          <p:nvPr/>
        </p:nvPicPr>
        <p:blipFill rotWithShape="1">
          <a:blip r:embed="rId3">
            <a:alphaModFix/>
          </a:blip>
          <a:srcRect/>
          <a:stretch/>
        </p:blipFill>
        <p:spPr>
          <a:xfrm>
            <a:off x="1625599" y="3505200"/>
            <a:ext cx="9521371" cy="1828800"/>
          </a:xfrm>
          <a:prstGeom prst="rect">
            <a:avLst/>
          </a:prstGeom>
          <a:noFill/>
          <a:ln>
            <a:noFill/>
          </a:ln>
        </p:spPr>
      </p:pic>
      <p:sp>
        <p:nvSpPr>
          <p:cNvPr id="10628" name="Google Shape;10628;p48"/>
          <p:cNvSpPr txBox="1"/>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632"/>
        <p:cNvGrpSpPr/>
        <p:nvPr/>
      </p:nvGrpSpPr>
      <p:grpSpPr>
        <a:xfrm>
          <a:off x="0" y="0"/>
          <a:ext cx="0" cy="0"/>
          <a:chOff x="0" y="0"/>
          <a:chExt cx="0" cy="0"/>
        </a:xfrm>
      </p:grpSpPr>
      <p:sp>
        <p:nvSpPr>
          <p:cNvPr id="10633" name="Google Shape;10633;p49"/>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400"/>
              <a:buChar char="•"/>
            </a:pPr>
            <a:r>
              <a:rPr lang="en-US" sz="2400">
                <a:latin typeface="Times New Roman"/>
                <a:ea typeface="Times New Roman"/>
                <a:cs typeface="Times New Roman"/>
                <a:sym typeface="Times New Roman"/>
              </a:rPr>
              <a:t>Uses:</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a . It is used as a solvent for resins and rubbers etc.</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b. Used in the production of freon refrigerant.</a:t>
            </a:r>
            <a:endParaRPr/>
          </a:p>
          <a:p>
            <a:pPr marL="182880" lvl="0" indent="-182880" algn="l" rtl="0">
              <a:lnSpc>
                <a:spcPct val="100000"/>
              </a:lnSpc>
              <a:spcBef>
                <a:spcPts val="900"/>
              </a:spcBef>
              <a:spcAft>
                <a:spcPts val="0"/>
              </a:spcAft>
              <a:buSzPts val="2400"/>
              <a:buChar char="•"/>
            </a:pPr>
            <a:r>
              <a:rPr lang="en-US" sz="2400">
                <a:latin typeface="Times New Roman"/>
                <a:ea typeface="Times New Roman"/>
                <a:cs typeface="Times New Roman"/>
                <a:sym typeface="Times New Roman"/>
              </a:rPr>
              <a:t> c.Used as a preservative for anatomical specimens. </a:t>
            </a:r>
            <a:endParaRPr/>
          </a:p>
          <a:p>
            <a:pPr marL="182880" lvl="0" indent="-30479" algn="l" rtl="0">
              <a:lnSpc>
                <a:spcPct val="100000"/>
              </a:lnSpc>
              <a:spcBef>
                <a:spcPts val="900"/>
              </a:spcBef>
              <a:spcAft>
                <a:spcPts val="0"/>
              </a:spcAft>
              <a:buSzPts val="2400"/>
              <a:buNone/>
            </a:pPr>
            <a:endParaRPr sz="2400"/>
          </a:p>
          <a:p>
            <a:pPr marL="182880" lvl="0" indent="-182880" algn="l" rtl="0">
              <a:lnSpc>
                <a:spcPct val="100000"/>
              </a:lnSpc>
              <a:spcBef>
                <a:spcPts val="900"/>
              </a:spcBef>
              <a:spcAft>
                <a:spcPts val="0"/>
              </a:spcAft>
              <a:buSzPts val="2400"/>
              <a:buChar char="•"/>
            </a:pPr>
            <a:r>
              <a:rPr lang="en-US" sz="2400"/>
              <a:t>Physiological effects: It was once used as  a general anesthetic agent in surgery, but has been replaced by less toxic and safer anesthetic agent such as ether. </a:t>
            </a:r>
            <a:endParaRPr sz="2400"/>
          </a:p>
        </p:txBody>
      </p:sp>
      <p:sp>
        <p:nvSpPr>
          <p:cNvPr id="10634" name="Google Shape;10634;p49"/>
          <p:cNvSpPr txBox="1"/>
          <p:nvPr/>
        </p:nvSpPr>
        <p:spPr>
          <a:xfrm>
            <a:off x="914400" y="381000"/>
            <a:ext cx="10820400" cy="11430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639"/>
        <p:cNvGrpSpPr/>
        <p:nvPr/>
      </p:nvGrpSpPr>
      <p:grpSpPr>
        <a:xfrm>
          <a:off x="0" y="0"/>
          <a:ext cx="0" cy="0"/>
          <a:chOff x="0" y="0"/>
          <a:chExt cx="0" cy="0"/>
        </a:xfrm>
      </p:grpSpPr>
      <p:sp>
        <p:nvSpPr>
          <p:cNvPr id="10640" name="Google Shape;10640;p50"/>
          <p:cNvSpPr txBox="1">
            <a:spLocks noGrp="1"/>
          </p:cNvSpPr>
          <p:nvPr>
            <p:ph type="body" idx="1"/>
          </p:nvPr>
        </p:nvSpPr>
        <p:spPr>
          <a:xfrm>
            <a:off x="711200" y="1905000"/>
            <a:ext cx="10972800" cy="3733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200"/>
              <a:buChar char="•"/>
            </a:pPr>
            <a:r>
              <a:rPr lang="en-US" sz="2200">
                <a:latin typeface="Times New Roman"/>
                <a:ea typeface="Times New Roman"/>
                <a:cs typeface="Times New Roman"/>
                <a:sym typeface="Times New Roman"/>
              </a:rPr>
              <a:t>Carbylamine Reaction (Isocyanide Test): Chloroform on warming with a suitable aromatic or aliphatic primary amine and alcohlic potash gives corresponding isocyanide or carbylamine which has extremely unpleasant smell.This reaction can be used as a distinguish test between primary aliphatic or aromatic amines with secondary and tertiary amines.</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641" name="Google Shape;10641;p50" descr="C:\Users\divyanshi\Desktop\IT1.png"/>
          <p:cNvPicPr preferRelativeResize="0"/>
          <p:nvPr/>
        </p:nvPicPr>
        <p:blipFill rotWithShape="1">
          <a:blip r:embed="rId3">
            <a:alphaModFix/>
          </a:blip>
          <a:srcRect/>
          <a:stretch/>
        </p:blipFill>
        <p:spPr>
          <a:xfrm>
            <a:off x="1219200" y="4191000"/>
            <a:ext cx="9956800" cy="1600200"/>
          </a:xfrm>
          <a:prstGeom prst="rect">
            <a:avLst/>
          </a:prstGeom>
          <a:noFill/>
          <a:ln>
            <a:noFill/>
          </a:ln>
        </p:spPr>
      </p:pic>
      <p:sp>
        <p:nvSpPr>
          <p:cNvPr id="10642" name="Google Shape;10642;p50"/>
          <p:cNvSpPr txBox="1"/>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transition>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646"/>
        <p:cNvGrpSpPr/>
        <p:nvPr/>
      </p:nvGrpSpPr>
      <p:grpSpPr>
        <a:xfrm>
          <a:off x="0" y="0"/>
          <a:ext cx="0" cy="0"/>
          <a:chOff x="0" y="0"/>
          <a:chExt cx="0" cy="0"/>
        </a:xfrm>
      </p:grpSpPr>
      <p:sp>
        <p:nvSpPr>
          <p:cNvPr id="10647" name="Google Shape;10647;p51"/>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Times New Roman"/>
              <a:buNone/>
            </a:pP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r>
              <a:rPr lang="en-US" sz="2400">
                <a:solidFill>
                  <a:srgbClr val="FFFF00"/>
                </a:solidFill>
                <a:latin typeface="Times New Roman"/>
                <a:ea typeface="Times New Roman"/>
                <a:cs typeface="Times New Roman"/>
                <a:sym typeface="Times New Roman"/>
              </a:rPr>
              <a:t>Iodoform </a:t>
            </a:r>
            <a:endParaRPr sz="2400">
              <a:solidFill>
                <a:srgbClr val="FFFF00"/>
              </a:solidFill>
              <a:latin typeface="Times New Roman"/>
              <a:ea typeface="Times New Roman"/>
              <a:cs typeface="Times New Roman"/>
              <a:sym typeface="Times New Roman"/>
            </a:endParaRPr>
          </a:p>
        </p:txBody>
      </p:sp>
      <p:sp>
        <p:nvSpPr>
          <p:cNvPr id="10648" name="Google Shape;10648;p51"/>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CHI</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(Triiodomethane) :Iodoform can be prepared by heating ethanol or acetone with NaOH and I</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or Na</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CO</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and I</a:t>
            </a:r>
            <a:r>
              <a:rPr lang="en-US" sz="2000" baseline="-25000">
                <a:latin typeface="Times New Roman"/>
                <a:ea typeface="Times New Roman"/>
                <a:cs typeface="Times New Roman"/>
                <a:sym typeface="Times New Roman"/>
              </a:rPr>
              <a:t>2.</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Physical Properties: pale yellow solid, m.p. 392K, having a characteristic odour. It is  insoluble in water but dissolves in alcohol.</a:t>
            </a:r>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 Uses: </a:t>
            </a:r>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a.Iodoform is used as antiseptic for dressing wound. Its antiseptic properties are due to the liberation of iodine.</a:t>
            </a:r>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b. The unpleasant smell in hospitals is due to iodoform where it is used as disinfectant</a:t>
            </a:r>
            <a:endParaRPr/>
          </a:p>
          <a:p>
            <a:pPr marL="182880" lvl="0" indent="-55879" algn="l" rtl="0">
              <a:lnSpc>
                <a:spcPct val="100000"/>
              </a:lnSpc>
              <a:spcBef>
                <a:spcPts val="900"/>
              </a:spcBef>
              <a:spcAft>
                <a:spcPts val="0"/>
              </a:spcAft>
              <a:buSzPts val="2000"/>
              <a:buNone/>
            </a:pPr>
            <a:endParaRPr sz="2000" baseline="-25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sp>
        <p:nvSpPr>
          <p:cNvPr id="10649" name="Google Shape;10649;p51"/>
          <p:cNvSpPr txBox="1"/>
          <p:nvPr/>
        </p:nvSpPr>
        <p:spPr>
          <a:xfrm>
            <a:off x="914400" y="381000"/>
            <a:ext cx="10820400" cy="11430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653"/>
        <p:cNvGrpSpPr/>
        <p:nvPr/>
      </p:nvGrpSpPr>
      <p:grpSpPr>
        <a:xfrm>
          <a:off x="0" y="0"/>
          <a:ext cx="0" cy="0"/>
          <a:chOff x="0" y="0"/>
          <a:chExt cx="0" cy="0"/>
        </a:xfrm>
      </p:grpSpPr>
      <p:sp>
        <p:nvSpPr>
          <p:cNvPr id="10654" name="Google Shape;10654;p52"/>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Times New Roman"/>
              <a:buNone/>
            </a:pP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r>
              <a:rPr lang="en-US" sz="2400">
                <a:solidFill>
                  <a:srgbClr val="FFFF00"/>
                </a:solidFill>
                <a:latin typeface="Times New Roman"/>
                <a:ea typeface="Times New Roman"/>
                <a:cs typeface="Times New Roman"/>
                <a:sym typeface="Times New Roman"/>
              </a:rPr>
              <a:t>Freons</a:t>
            </a:r>
            <a:endParaRPr sz="2400">
              <a:solidFill>
                <a:srgbClr val="FFFF00"/>
              </a:solidFill>
              <a:latin typeface="Times New Roman"/>
              <a:ea typeface="Times New Roman"/>
              <a:cs typeface="Times New Roman"/>
              <a:sym typeface="Times New Roman"/>
            </a:endParaRPr>
          </a:p>
        </p:txBody>
      </p:sp>
      <p:sp>
        <p:nvSpPr>
          <p:cNvPr id="10655" name="Google Shape;10655;p52"/>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Chlorofluro compounds of methane and ethane in which all the H-atoms are replaced by the halogen atoms are collectively called freons. They are classified on the basis of number of fluorine atoms present in them.i.e. CF</a:t>
            </a:r>
            <a:r>
              <a:rPr lang="en-US" sz="2000" baseline="-25000">
                <a:latin typeface="Times New Roman"/>
                <a:ea typeface="Times New Roman"/>
                <a:cs typeface="Times New Roman"/>
                <a:sym typeface="Times New Roman"/>
              </a:rPr>
              <a:t>4</a:t>
            </a:r>
            <a:r>
              <a:rPr lang="en-US" sz="2000">
                <a:latin typeface="Times New Roman"/>
                <a:ea typeface="Times New Roman"/>
                <a:cs typeface="Times New Roman"/>
                <a:sym typeface="Times New Roman"/>
              </a:rPr>
              <a:t>, CF</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Cl ,CF</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Cl</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CFCl</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Physical Properties: Freon is a odourless, non-corrosive , non toxic gas which is stable at high temperature and pressure.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 It has low b.p., low specific heat and can be easily liquefied by applying pressure at room temperature.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Uses: It is widely used as a refrigerant in refrigerators and air conditioners.</a:t>
            </a:r>
            <a:endParaRPr sz="2000">
              <a:latin typeface="Times New Roman"/>
              <a:ea typeface="Times New Roman"/>
              <a:cs typeface="Times New Roman"/>
              <a:sym typeface="Times New Roman"/>
            </a:endParaRPr>
          </a:p>
        </p:txBody>
      </p:sp>
      <p:sp>
        <p:nvSpPr>
          <p:cNvPr id="10656" name="Google Shape;10656;p52"/>
          <p:cNvSpPr txBox="1"/>
          <p:nvPr/>
        </p:nvSpPr>
        <p:spPr>
          <a:xfrm>
            <a:off x="914400" y="381000"/>
            <a:ext cx="10820400" cy="11430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60"/>
        <p:cNvGrpSpPr/>
        <p:nvPr/>
      </p:nvGrpSpPr>
      <p:grpSpPr>
        <a:xfrm>
          <a:off x="0" y="0"/>
          <a:ext cx="0" cy="0"/>
          <a:chOff x="0" y="0"/>
          <a:chExt cx="0" cy="0"/>
        </a:xfrm>
      </p:grpSpPr>
      <p:sp>
        <p:nvSpPr>
          <p:cNvPr id="10661" name="Google Shape;10661;p53"/>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Times New Roman"/>
              <a:buNone/>
            </a:pP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r>
              <a:rPr lang="en-US" sz="2400">
                <a:solidFill>
                  <a:srgbClr val="FFFF00"/>
                </a:solidFill>
                <a:latin typeface="Times New Roman"/>
                <a:ea typeface="Times New Roman"/>
                <a:cs typeface="Times New Roman"/>
                <a:sym typeface="Times New Roman"/>
              </a:rPr>
              <a:t>DDT</a:t>
            </a:r>
            <a:endParaRPr sz="2400">
              <a:solidFill>
                <a:srgbClr val="FFFF00"/>
              </a:solidFill>
              <a:latin typeface="Times New Roman"/>
              <a:ea typeface="Times New Roman"/>
              <a:cs typeface="Times New Roman"/>
              <a:sym typeface="Times New Roman"/>
            </a:endParaRPr>
          </a:p>
        </p:txBody>
      </p:sp>
      <p:sp>
        <p:nvSpPr>
          <p:cNvPr id="10662" name="Google Shape;10662;p53"/>
          <p:cNvSpPr txBox="1">
            <a:spLocks noGrp="1"/>
          </p:cNvSpPr>
          <p:nvPr>
            <p:ph type="body" idx="1"/>
          </p:nvPr>
        </p:nvSpPr>
        <p:spPr>
          <a:xfrm>
            <a:off x="609600" y="1935480"/>
            <a:ext cx="10972800" cy="4312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DDT is also named as 2,2- bis(4-chlorophenyl)-1,1,1-trichloroethane.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Structure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pic>
        <p:nvPicPr>
          <p:cNvPr id="10663" name="Google Shape;10663;p53" descr="C:\Users\divyanshi\Desktop\DDT.png"/>
          <p:cNvPicPr preferRelativeResize="0"/>
          <p:nvPr/>
        </p:nvPicPr>
        <p:blipFill rotWithShape="1">
          <a:blip r:embed="rId3">
            <a:alphaModFix/>
          </a:blip>
          <a:srcRect/>
          <a:stretch/>
        </p:blipFill>
        <p:spPr>
          <a:xfrm>
            <a:off x="2235200" y="3124200"/>
            <a:ext cx="8331200" cy="2895600"/>
          </a:xfrm>
          <a:prstGeom prst="rect">
            <a:avLst/>
          </a:prstGeom>
          <a:noFill/>
          <a:ln>
            <a:noFill/>
          </a:ln>
        </p:spPr>
      </p:pic>
      <p:sp>
        <p:nvSpPr>
          <p:cNvPr id="10664" name="Google Shape;10664;p53"/>
          <p:cNvSpPr txBox="1"/>
          <p:nvPr/>
        </p:nvSpPr>
        <p:spPr>
          <a:xfrm>
            <a:off x="914400" y="381000"/>
            <a:ext cx="10820400" cy="1143000"/>
          </a:xfrm>
          <a:prstGeom prst="rect">
            <a:avLst/>
          </a:prstGeom>
          <a:blipFill rotWithShape="1">
            <a:blip r:embed="rId4">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668"/>
        <p:cNvGrpSpPr/>
        <p:nvPr/>
      </p:nvGrpSpPr>
      <p:grpSpPr>
        <a:xfrm>
          <a:off x="0" y="0"/>
          <a:ext cx="0" cy="0"/>
          <a:chOff x="0" y="0"/>
          <a:chExt cx="0" cy="0"/>
        </a:xfrm>
      </p:grpSpPr>
      <p:sp>
        <p:nvSpPr>
          <p:cNvPr id="10669" name="Google Shape;10669;p54"/>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Times New Roman"/>
              <a:buNone/>
            </a:pP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br>
              <a:rPr lang="en-US" sz="2400">
                <a:latin typeface="Times New Roman"/>
                <a:ea typeface="Times New Roman"/>
                <a:cs typeface="Times New Roman"/>
                <a:sym typeface="Times New Roman"/>
              </a:rPr>
            </a:br>
            <a:r>
              <a:rPr lang="en-US" sz="2400">
                <a:solidFill>
                  <a:srgbClr val="FFFF00"/>
                </a:solidFill>
                <a:latin typeface="Times New Roman"/>
                <a:ea typeface="Times New Roman"/>
                <a:cs typeface="Times New Roman"/>
                <a:sym typeface="Times New Roman"/>
              </a:rPr>
              <a:t>DDT</a:t>
            </a:r>
            <a:endParaRPr sz="2400">
              <a:solidFill>
                <a:srgbClr val="FFFF00"/>
              </a:solidFill>
              <a:latin typeface="Times New Roman"/>
              <a:ea typeface="Times New Roman"/>
              <a:cs typeface="Times New Roman"/>
              <a:sym typeface="Times New Roman"/>
            </a:endParaRPr>
          </a:p>
        </p:txBody>
      </p:sp>
      <p:sp>
        <p:nvSpPr>
          <p:cNvPr id="10670" name="Google Shape;10670;p54"/>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Side effects Of DDT:</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a. Many insects developed resistance to DDT and it was also discovered to have high toxicity towards fish.</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b. It is not  completely biodegradable.</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c. It gets deposited and stored in fatty tissues. </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d . It can cause  bad effects in reproduction system of animals.</a:t>
            </a:r>
            <a:endParaRPr sz="2000">
              <a:latin typeface="Times New Roman"/>
              <a:ea typeface="Times New Roman"/>
              <a:cs typeface="Times New Roman"/>
              <a:sym typeface="Times New Roman"/>
            </a:endParaRPr>
          </a:p>
        </p:txBody>
      </p:sp>
      <p:sp>
        <p:nvSpPr>
          <p:cNvPr id="10671" name="Google Shape;10671;p54"/>
          <p:cNvSpPr txBox="1"/>
          <p:nvPr/>
        </p:nvSpPr>
        <p:spPr>
          <a:xfrm>
            <a:off x="914400" y="381000"/>
            <a:ext cx="10820400" cy="1143000"/>
          </a:xfrm>
          <a:prstGeom prst="rect">
            <a:avLst/>
          </a:prstGeom>
          <a:blipFill rotWithShape="1">
            <a:blip r:embed="rId3">
              <a:alphaModFix/>
            </a:blip>
            <a:tile tx="0" ty="0" sx="99997" sy="99997" flip="none" algn="tl"/>
          </a:blipFill>
          <a:ln>
            <a:noFill/>
          </a:ln>
          <a:effectLst>
            <a:outerShdw blurRad="44450" dist="27940" dir="5400000" algn="ctr">
              <a:srgbClr val="000000">
                <a:alpha val="31760"/>
              </a:srgbClr>
            </a:outerShdw>
          </a:effectLst>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3333CC"/>
              </a:buClr>
              <a:buSzPts val="4800"/>
              <a:buFont typeface="Arial"/>
              <a:buNone/>
            </a:pPr>
            <a:r>
              <a:rPr lang="en-US" sz="4800" cap="none">
                <a:solidFill>
                  <a:srgbClr val="3333CC"/>
                </a:solidFill>
                <a:latin typeface="Arial"/>
                <a:ea typeface="Arial"/>
                <a:cs typeface="Arial"/>
                <a:sym typeface="Arial"/>
              </a:rPr>
              <a:t>Polyhalogen Compounds</a:t>
            </a:r>
            <a:endParaRPr sz="4800" cap="none">
              <a:solidFill>
                <a:srgbClr val="3333CC"/>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675"/>
        <p:cNvGrpSpPr/>
        <p:nvPr/>
      </p:nvGrpSpPr>
      <p:grpSpPr>
        <a:xfrm>
          <a:off x="0" y="0"/>
          <a:ext cx="0" cy="0"/>
          <a:chOff x="0" y="0"/>
          <a:chExt cx="0" cy="0"/>
        </a:xfrm>
      </p:grpSpPr>
      <p:sp>
        <p:nvSpPr>
          <p:cNvPr id="10676" name="Google Shape;10676;p55"/>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00"/>
              </a:buClr>
              <a:buSzPts val="4800"/>
              <a:buFont typeface="Century Gothic"/>
              <a:buNone/>
            </a:pPr>
            <a:r>
              <a:rPr lang="en-US">
                <a:solidFill>
                  <a:srgbClr val="FFFF00"/>
                </a:solidFill>
              </a:rPr>
              <a:t>Quiz Link</a:t>
            </a:r>
            <a:endParaRPr>
              <a:solidFill>
                <a:srgbClr val="FFFF00"/>
              </a:solidFill>
            </a:endParaRPr>
          </a:p>
        </p:txBody>
      </p:sp>
      <p:sp>
        <p:nvSpPr>
          <p:cNvPr id="10677" name="Google Shape;10677;p55"/>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1800"/>
              <a:buChar char="•"/>
            </a:pPr>
            <a:r>
              <a:rPr lang="en-US"/>
              <a:t>https://forms.office.com/Pages/ResponsePage.aspx?id=dqBGjZPQbUGle4aSzeE7-AVCUd84pGlCirnJ0RMKW6BUNktVN1RMQjc1N05DTTJKMVJHRjRTUkI0US4u</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681"/>
        <p:cNvGrpSpPr/>
        <p:nvPr/>
      </p:nvGrpSpPr>
      <p:grpSpPr>
        <a:xfrm>
          <a:off x="0" y="0"/>
          <a:ext cx="0" cy="0"/>
          <a:chOff x="0" y="0"/>
          <a:chExt cx="0" cy="0"/>
        </a:xfrm>
      </p:grpSpPr>
      <p:sp>
        <p:nvSpPr>
          <p:cNvPr id="10682" name="Google Shape;10682;p56"/>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400"/>
              <a:buFont typeface="Times New Roman"/>
              <a:buNone/>
            </a:pPr>
            <a:r>
              <a:rPr lang="en-US" sz="2400">
                <a:latin typeface="Times New Roman"/>
                <a:ea typeface="Times New Roman"/>
                <a:cs typeface="Times New Roman"/>
                <a:sym typeface="Times New Roman"/>
              </a:rPr>
              <a:t>Home work</a:t>
            </a:r>
            <a:endParaRPr sz="2400">
              <a:latin typeface="Times New Roman"/>
              <a:ea typeface="Times New Roman"/>
              <a:cs typeface="Times New Roman"/>
              <a:sym typeface="Times New Roman"/>
            </a:endParaRPr>
          </a:p>
        </p:txBody>
      </p:sp>
      <p:sp>
        <p:nvSpPr>
          <p:cNvPr id="10683" name="Google Shape;10683;p56"/>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fontScale="92500"/>
          </a:bodyPr>
          <a:lstStyle/>
          <a:p>
            <a:pPr marL="182880" lvl="0" indent="-182880" algn="l" rtl="0">
              <a:lnSpc>
                <a:spcPct val="100000"/>
              </a:lnSpc>
              <a:spcBef>
                <a:spcPts val="0"/>
              </a:spcBef>
              <a:spcAft>
                <a:spcPts val="0"/>
              </a:spcAft>
              <a:buSzPct val="100000"/>
              <a:buChar char="•"/>
            </a:pPr>
            <a:r>
              <a:rPr lang="en-US" sz="2000">
                <a:latin typeface="Times New Roman"/>
                <a:ea typeface="Times New Roman"/>
                <a:cs typeface="Times New Roman"/>
                <a:sym typeface="Times New Roman"/>
              </a:rPr>
              <a:t>Questions:</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Q1. Why do the haloarenes  undergo  electrophilic  substitution at ortho and para positions?</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Q2. Arrange the following in increasing ease towards nucleophilicsubstitution reaction.</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4- chloronitrobenzene,  chlorobenzene,  2,4,6- trinitrochlorobenzene , 2,4,- dinitrochlorobenzene</a:t>
            </a:r>
            <a:endParaRPr sz="2000">
              <a:latin typeface="Times New Roman"/>
              <a:ea typeface="Times New Roman"/>
              <a:cs typeface="Times New Roman"/>
              <a:sym typeface="Times New Roman"/>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 Q3.The presence of  electron withdrawing group at ortho and para positions increases the reactivity of  haloarene  towards  nucleophilic substitution reaction?</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 Q4. Why do the haloarenes  undergo hydrolysis less readily than alkyl halides?</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Q5. Give one test to distinguish between:</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a . Chloroform and carbon tetrachloride    </a:t>
            </a:r>
            <a:endParaRPr/>
          </a:p>
          <a:p>
            <a:pPr marL="182880" lvl="0" indent="-182880" algn="l" rtl="0">
              <a:lnSpc>
                <a:spcPct val="100000"/>
              </a:lnSpc>
              <a:spcBef>
                <a:spcPts val="900"/>
              </a:spcBef>
              <a:spcAft>
                <a:spcPts val="0"/>
              </a:spcAft>
              <a:buSzPct val="100000"/>
              <a:buChar char="•"/>
            </a:pPr>
            <a:r>
              <a:rPr lang="en-US" sz="2000">
                <a:latin typeface="Times New Roman"/>
                <a:ea typeface="Times New Roman"/>
                <a:cs typeface="Times New Roman"/>
                <a:sym typeface="Times New Roman"/>
              </a:rPr>
              <a:t>b. Chlorobenzene  and benzyl chloride</a:t>
            </a:r>
            <a:endParaRPr/>
          </a:p>
          <a:p>
            <a:pPr marL="182880" lvl="0" indent="-65404" algn="l" rtl="0">
              <a:lnSpc>
                <a:spcPct val="100000"/>
              </a:lnSpc>
              <a:spcBef>
                <a:spcPts val="900"/>
              </a:spcBef>
              <a:spcAft>
                <a:spcPts val="0"/>
              </a:spcAft>
              <a:buSzPct val="100000"/>
              <a:buNone/>
            </a:pPr>
            <a:endParaRPr sz="20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687"/>
        <p:cNvGrpSpPr/>
        <p:nvPr/>
      </p:nvGrpSpPr>
      <p:grpSpPr>
        <a:xfrm>
          <a:off x="0" y="0"/>
          <a:ext cx="0" cy="0"/>
          <a:chOff x="0" y="0"/>
          <a:chExt cx="0" cy="0"/>
        </a:xfrm>
      </p:grpSpPr>
      <p:sp>
        <p:nvSpPr>
          <p:cNvPr id="10688" name="Google Shape;10688;p57"/>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2600"/>
              <a:buFont typeface="Times New Roman"/>
              <a:buNone/>
            </a:pPr>
            <a:r>
              <a:rPr lang="en-US" sz="2600">
                <a:latin typeface="Times New Roman"/>
                <a:ea typeface="Times New Roman"/>
                <a:cs typeface="Times New Roman"/>
                <a:sym typeface="Times New Roman"/>
              </a:rPr>
              <a:t>Hints </a:t>
            </a:r>
            <a:endParaRPr sz="2600">
              <a:latin typeface="Times New Roman"/>
              <a:ea typeface="Times New Roman"/>
              <a:cs typeface="Times New Roman"/>
              <a:sym typeface="Times New Roman"/>
            </a:endParaRPr>
          </a:p>
        </p:txBody>
      </p:sp>
      <p:sp>
        <p:nvSpPr>
          <p:cNvPr id="10689" name="Google Shape;10689;p57"/>
          <p:cNvSpPr txBox="1">
            <a:spLocks noGrp="1"/>
          </p:cNvSpPr>
          <p:nvPr>
            <p:ph type="body" idx="1"/>
          </p:nvPr>
        </p:nvSpPr>
        <p:spPr>
          <a:xfrm>
            <a:off x="1066800" y="2103120"/>
            <a:ext cx="10058400" cy="3931800"/>
          </a:xfrm>
          <a:prstGeom prst="rect">
            <a:avLst/>
          </a:prstGeom>
          <a:noFill/>
          <a:ln>
            <a:noFill/>
          </a:ln>
        </p:spPr>
        <p:txBody>
          <a:bodyPr spcFirstLastPara="1" wrap="square" lIns="91425" tIns="45700" rIns="91425" bIns="45700" anchor="t" anchorCtr="0">
            <a:normAutofit/>
          </a:bodyPr>
          <a:lstStyle/>
          <a:p>
            <a:pPr marL="182880" lvl="0" indent="-182880" algn="l" rtl="0">
              <a:lnSpc>
                <a:spcPct val="100000"/>
              </a:lnSpc>
              <a:spcBef>
                <a:spcPts val="0"/>
              </a:spcBef>
              <a:spcAft>
                <a:spcPts val="0"/>
              </a:spcAft>
              <a:buSzPts val="2000"/>
              <a:buChar char="•"/>
            </a:pPr>
            <a:r>
              <a:rPr lang="en-US" sz="2000">
                <a:latin typeface="Times New Roman"/>
                <a:ea typeface="Times New Roman"/>
                <a:cs typeface="Times New Roman"/>
                <a:sym typeface="Times New Roman"/>
              </a:rPr>
              <a:t>Ans 5:  Distinguish between</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a. chloroform and carbon tetrachloride    </a:t>
            </a:r>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Chloroform can be distinguished from other polyhalogen compounds, alkyl halides by Isocyanide test.</a:t>
            </a:r>
            <a:endParaRPr/>
          </a:p>
          <a:p>
            <a:pPr marL="182880" lvl="0" indent="-182880" algn="l" rtl="0">
              <a:lnSpc>
                <a:spcPct val="100000"/>
              </a:lnSpc>
              <a:spcBef>
                <a:spcPts val="900"/>
              </a:spcBef>
              <a:spcAft>
                <a:spcPts val="0"/>
              </a:spcAft>
              <a:buSzPts val="2000"/>
              <a:buChar char="•"/>
            </a:pPr>
            <a:r>
              <a:rPr lang="en-US" sz="2000">
                <a:latin typeface="Times New Roman"/>
                <a:ea typeface="Times New Roman"/>
                <a:cs typeface="Times New Roman"/>
                <a:sym typeface="Times New Roman"/>
              </a:rPr>
              <a:t>b. chlorobenzene  and benzyl chloride</a:t>
            </a:r>
            <a:endParaRPr/>
          </a:p>
          <a:p>
            <a:pPr marL="182880" lvl="0" indent="-182880" algn="l" rtl="0">
              <a:lnSpc>
                <a:spcPct val="100000"/>
              </a:lnSpc>
              <a:spcBef>
                <a:spcPts val="900"/>
              </a:spcBef>
              <a:spcAft>
                <a:spcPts val="0"/>
              </a:spcAft>
              <a:buSzPts val="2000"/>
              <a:buNone/>
            </a:pPr>
            <a:r>
              <a:rPr lang="en-US" sz="2000">
                <a:latin typeface="Times New Roman"/>
                <a:ea typeface="Times New Roman"/>
                <a:cs typeface="Times New Roman"/>
                <a:sym typeface="Times New Roman"/>
              </a:rPr>
              <a:t>chlorobenzene does not form Cl</a:t>
            </a:r>
            <a:r>
              <a:rPr lang="en-US" sz="2000" baseline="300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ions due to resonance whereas benyl chloride  on hydrolysis with dil NaOH form free Cl</a:t>
            </a:r>
            <a:r>
              <a:rPr lang="en-US" sz="2000" baseline="30000">
                <a:latin typeface="Times New Roman"/>
                <a:ea typeface="Times New Roman"/>
                <a:cs typeface="Times New Roman"/>
                <a:sym typeface="Times New Roman"/>
              </a:rPr>
              <a:t>-</a:t>
            </a:r>
            <a:r>
              <a:rPr lang="en-US" sz="2000">
                <a:latin typeface="Times New Roman"/>
                <a:ea typeface="Times New Roman"/>
                <a:cs typeface="Times New Roman"/>
                <a:sym typeface="Times New Roman"/>
              </a:rPr>
              <a:t> and it will undergo qualitative test of cl- by adding dil. HNO</a:t>
            </a:r>
            <a:r>
              <a:rPr lang="en-US" sz="2000" baseline="-25000">
                <a:latin typeface="Times New Roman"/>
                <a:ea typeface="Times New Roman"/>
                <a:cs typeface="Times New Roman"/>
                <a:sym typeface="Times New Roman"/>
              </a:rPr>
              <a:t>3</a:t>
            </a:r>
            <a:r>
              <a:rPr lang="en-US" sz="2000">
                <a:latin typeface="Times New Roman"/>
                <a:ea typeface="Times New Roman"/>
                <a:cs typeface="Times New Roman"/>
                <a:sym typeface="Times New Roman"/>
              </a:rPr>
              <a:t> and AgNO</a:t>
            </a:r>
            <a:r>
              <a:rPr lang="en-US" sz="2000" baseline="-25000">
                <a:latin typeface="Times New Roman"/>
                <a:ea typeface="Times New Roman"/>
                <a:cs typeface="Times New Roman"/>
                <a:sym typeface="Times New Roman"/>
              </a:rPr>
              <a:t>3 .</a:t>
            </a:r>
            <a:endParaRPr/>
          </a:p>
          <a:p>
            <a:pPr marL="182880" lvl="0" indent="-55879" algn="l" rtl="0">
              <a:lnSpc>
                <a:spcPct val="100000"/>
              </a:lnSpc>
              <a:spcBef>
                <a:spcPts val="900"/>
              </a:spcBef>
              <a:spcAft>
                <a:spcPts val="0"/>
              </a:spcAft>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693"/>
        <p:cNvGrpSpPr/>
        <p:nvPr/>
      </p:nvGrpSpPr>
      <p:grpSpPr>
        <a:xfrm>
          <a:off x="0" y="0"/>
          <a:ext cx="0" cy="0"/>
          <a:chOff x="0" y="0"/>
          <a:chExt cx="0" cy="0"/>
        </a:xfrm>
      </p:grpSpPr>
      <p:sp>
        <p:nvSpPr>
          <p:cNvPr id="10694" name="Google Shape;10694;p58"/>
          <p:cNvSpPr txBox="1">
            <a:spLocks noGrp="1"/>
          </p:cNvSpPr>
          <p:nvPr>
            <p:ph type="title"/>
          </p:nvPr>
        </p:nvSpPr>
        <p:spPr>
          <a:xfrm>
            <a:off x="1066800" y="642594"/>
            <a:ext cx="10058400" cy="1371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Font typeface="Century Gothic"/>
              <a:buNone/>
            </a:pPr>
            <a:r>
              <a:rPr lang="en-US"/>
              <a:t>THANK YOU STUDENTS</a:t>
            </a:r>
            <a:endParaRPr/>
          </a:p>
        </p:txBody>
      </p:sp>
      <p:grpSp>
        <p:nvGrpSpPr>
          <p:cNvPr id="10695" name="Google Shape;10695;p58"/>
          <p:cNvGrpSpPr/>
          <p:nvPr/>
        </p:nvGrpSpPr>
        <p:grpSpPr>
          <a:xfrm>
            <a:off x="4583422" y="2915409"/>
            <a:ext cx="3139500" cy="1255800"/>
            <a:chOff x="773422" y="759"/>
            <a:chExt cx="3139500" cy="1255800"/>
          </a:xfrm>
        </p:grpSpPr>
        <p:sp>
          <p:nvSpPr>
            <p:cNvPr id="10696" name="Google Shape;10696;p58"/>
            <p:cNvSpPr/>
            <p:nvPr/>
          </p:nvSpPr>
          <p:spPr>
            <a:xfrm>
              <a:off x="773422" y="759"/>
              <a:ext cx="3139500" cy="1255800"/>
            </a:xfrm>
            <a:prstGeom prst="chevron">
              <a:avLst>
                <a:gd name="adj" fmla="val 50000"/>
              </a:avLst>
            </a:prstGeom>
            <a:solidFill>
              <a:srgbClr val="539E36"/>
            </a:solidFill>
            <a:ln w="127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7" name="Google Shape;10697;p58"/>
            <p:cNvSpPr txBox="1"/>
            <p:nvPr/>
          </p:nvSpPr>
          <p:spPr>
            <a:xfrm>
              <a:off x="1401313" y="759"/>
              <a:ext cx="1883700" cy="1255800"/>
            </a:xfrm>
            <a:prstGeom prst="rect">
              <a:avLst/>
            </a:prstGeom>
            <a:noFill/>
            <a:ln>
              <a:noFill/>
            </a:ln>
          </p:spPr>
          <p:txBody>
            <a:bodyPr spcFirstLastPara="1" wrap="square" lIns="31750" tIns="15875" rIns="0" bIns="15875" anchor="ctr" anchorCtr="0">
              <a:noAutofit/>
            </a:bodyPr>
            <a:lstStyle/>
            <a:p>
              <a:pPr marL="0" marR="0" lvl="0" indent="0" algn="ctr" rtl="0">
                <a:lnSpc>
                  <a:spcPct val="90000"/>
                </a:lnSpc>
                <a:spcBef>
                  <a:spcPts val="0"/>
                </a:spcBef>
                <a:spcAft>
                  <a:spcPts val="0"/>
                </a:spcAft>
                <a:buNone/>
              </a:pPr>
              <a:r>
                <a:rPr lang="en-US" sz="2500">
                  <a:solidFill>
                    <a:srgbClr val="FF0000"/>
                  </a:solidFill>
                  <a:latin typeface="Century Gothic"/>
                  <a:ea typeface="Century Gothic"/>
                  <a:cs typeface="Century Gothic"/>
                  <a:sym typeface="Century Gothic"/>
                </a:rPr>
                <a:t>KEEP LEARNING</a:t>
              </a:r>
              <a:endParaRPr/>
            </a:p>
            <a:p>
              <a:pPr marL="0" marR="0" lvl="0" indent="0" algn="ctr" rtl="0">
                <a:lnSpc>
                  <a:spcPct val="90000"/>
                </a:lnSpc>
                <a:spcBef>
                  <a:spcPts val="875"/>
                </a:spcBef>
                <a:spcAft>
                  <a:spcPts val="0"/>
                </a:spcAft>
                <a:buNone/>
              </a:pPr>
              <a:r>
                <a:rPr lang="en-US" sz="2500">
                  <a:solidFill>
                    <a:srgbClr val="FF0000"/>
                  </a:solidFill>
                  <a:latin typeface="Century Gothic"/>
                  <a:ea typeface="Century Gothic"/>
                  <a:cs typeface="Century Gothic"/>
                  <a:sym typeface="Century Gothic"/>
                </a:rPr>
                <a:t>STAY SAFE</a:t>
              </a:r>
              <a:endParaRPr/>
            </a:p>
          </p:txBody>
        </p:sp>
      </p:grpSp>
    </p:spTree>
  </p:cSld>
  <p:clrMapOvr>
    <a:masterClrMapping/>
  </p:clrMapOvr>
</p:sld>
</file>

<file path=ppt/theme/theme1.xml><?xml version="1.0" encoding="utf-8"?>
<a:theme xmlns:a="http://schemas.openxmlformats.org/drawingml/2006/main" name="Savon">
  <a:themeElements>
    <a:clrScheme name="Savo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